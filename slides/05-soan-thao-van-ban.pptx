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 Id="rId25" Type="http://schemas.openxmlformats.org/officeDocument/2006/relationships/slide" Target="slides/slide4.xml"/><Relationship Id="rId26" Type="http://schemas.openxmlformats.org/officeDocument/2006/relationships/slide" Target="slides/slide11.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EC6000TX – Kỹ năng giao tiếp và đàm phán trong kinh doanh (Hệ từ xa)</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phương tiện ghi lại và truyền đạt thông tin bằng ngôn ngữ hay ký hiệu nhất định, hình thành trong hoạt động của cơ quan, tổ chức, doanh nghiệp.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thông tin thành văn được truyền đạt bằng ngôn ngữ hoặc ký hiệu, hình thành trong hoạt động của các cơ quan, tổ chức và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quản lý – điều hành • căn cứ pháp lý cho hoạt động • lưu trữ thông tin • thể hiện hình ảnh chuyên nghiệp của tổ chức.</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quy phạm pháp luật</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Chứa quy tắc xử sự chung, do cơ quan nhà nước có thẩm quyền ban hành: Luật, Nghị định, Thông tư. Doanh nghiệp không ban hành nhưng phải tuân thủ.</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hành chính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Loại gặp nhiều nhất — 29 loại theo NĐ 30/2020: quyết định cá biệt, công văn, thông báo, báo cáo, tờ trình, biên bản…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chuyên ngành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Hình thành trong nghiệp vụ chuyên môn: chứng từ kế toán, hồ sơ kỹ thuật, hồ sơ mời thầu.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Phục vụ giao dịch kinh doanh: thư tín thương mại, báo giá, đơn đặt hàng, hợp đồng — học kỹ ở mục 5.4.</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tập trung một chủ đề; ban hành đúng chức năng, nhiệm vụ của cơ quan, tổ chức.</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Thông tin, số liệu trung thực, có căn cứ, được kiểm chứng. Một con số sai có thể tạo hậu quả pháp lý lớn.</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Câu văn mạch lạc, không đa nghĩa; người nhận 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Phù hợp quy định hiện hành; văn phong nghiêm túc, lịch sự, không dùng khẩu ngữ.</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Khổ A4 (210 × 297 mm). Lề trên, dưới: 20 – 25 mm • lề trái: 30 – 35 mm (để đóng gáy) • lề phải: 15 – 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 số liệu dùng chữ số Ả Rập.</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1481328"/>
            <a:ext cx="10229353" cy="2940939"/>
          </a:xfrm>
          <a:prstGeom prst="rect">
            <a:avLst/>
          </a:prstGeom>
        </p:spPr>
      </p:pic>
      <p:sp>
        <p:nvSpPr>
          <p:cNvPr id="10" name="TextBox 9"/>
          <p:cNvSpPr txBox="1"/>
          <p:nvPr/>
        </p:nvSpPr>
        <p:spPr>
          <a:xfrm>
            <a:off x="548640" y="449541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(pháp lý + thực tiễn, kết thúc bằng dấu chấm) → phần nội dung theo các Điều. Điều cuối ghi hiệu lực và đối tượng thi hành.</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đề xuất cấp có thẩm quyền phê duyệt chủ trương, phương án, đề án hoặc giải quyết công việc.</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Mở đầu: lý do, sự cần thiết → Nội dung: phương án, lợi ích, tính khả thi → Kết thúc: kiến nghị phê duyệt. Đính kèm hồ sơ, dự toán.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có số, ký hiệu và trích yếu. Các loại: đề nghị, phúc đáp, đôn đốc, hướng dẫn, giải thích, mời họp. Mỗi công văn một chủ đề; kết thúc “Trân trọng./.”</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trung thực, khách quan. Kết cấu: thời gian – địa điểm → thành phần tham dự → diễn biến, ý kiến → kết luận → chữ ký các bên (yếu tố tạo giá trị pháp lý).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Định kỳ • đột xuất • chuyên đề • sơ kết, tổng kết. Mạch 4 phần: đặc điểm tình hình → kết quả đạt được → hạn chế và nguyên nhân → phương hướng, kiến nghị.</a:t>
            </a:r>
            <a:endParaRPr lang="en-US" sz="15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Thư hỏi hàng, chào hàng, đặt hàng, xác nhận, khiếu nại, cảm ơn. Kết cấu: mở đầu – nội dung – kết thúc.</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ngắn đúng nội dung; xưng hô phù hợp; chữ ký đầy đủ thông tin;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Thông tin doanh nghiệp • mô tả hàng hóa • số lượng, đơn giá, thuế • điều kiện giao hàng, thanh toán • thời hạn hiệu lực (tránh tranh chấp khi giá thị trường biến động).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Căn cứ Bộ luật Dân sự 2015 và Luật Thương mại 2005. Điều khoản chính: đối tượng; giá và phương thức thanh toán; quyền – nghĩa vụ các bên; phạt vi phạm; giải quyết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chất lượng hàng hóa, dịch vụ đã thực hiện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hoàn thành nghĩa vụ, chấm dứt hiệu lực hợp đồng, quyết toán các quyền và nghĩa vụ còn lại.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2026-08-18T23:47:09Z</dcterms:created>
  <dcterms:modified xsi:type="dcterms:W3CDTF">2026-08-18T23:47:09Z</dcterms:modified>
</cp:coreProperties>
</file>