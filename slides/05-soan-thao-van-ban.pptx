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quy phạm pháp luật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Chứa quy tắc xử sự chung, do cơ quan nhà nước có thẩm quyền ban hành: Luật, Nghị định, Thông tư. Doanh nghiệp không ban hành nhưng phải tuân thủ.</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hành chính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Loại gặp nhiều nhất — 29 loại theo NĐ 30/2020: quyết định cá biệt, công văn, thông báo, báo cáo, tờ trình, biên bản…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chuyên ngành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Hình thành trong nghiệp vụ chuyên môn: chứng từ kế toán, hồ sơ kỹ thuật, hồ sơ mời thầu.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Phục vụ giao dịch kinh doanh: thư tín thương mại, báo giá, đơn đặt hàng, hợp đồng — học kỹ ở mục 5.4.</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1481328"/>
            <a:ext cx="10229353" cy="2940939"/>
          </a:xfrm>
          <a:prstGeom prst="rect">
            <a:avLst/>
          </a:prstGeom>
        </p:spPr>
      </p:pic>
      <p:sp>
        <p:nvSpPr>
          <p:cNvPr id="10" name="TextBox 9"/>
          <p:cNvSpPr txBox="1"/>
          <p:nvPr/>
        </p:nvSpPr>
        <p:spPr>
          <a:xfrm>
            <a:off x="548640" y="449541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2026-08-18T12:04:05Z</dcterms:created>
  <dcterms:modified xsi:type="dcterms:W3CDTF">2026-08-18T12:04:05Z</dcterms:modified>
</cp:coreProperties>
</file>