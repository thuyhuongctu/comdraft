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7.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a:p/>
          <a:p>
            <a:r>
              <a:t>NÓI ĐỦ Ý (phần đã rút khỏi slide)</a:t>
            </a:r>
          </a:p>
          <a:p>
            <a:r>
              <a:t>• Chào hỏi: người nhỏ chào người lớn, nhân viên chào cấp trên trước; nói rõ tên – chức danh – đơn vị.</a:t>
            </a:r>
          </a:p>
          <a:p>
            <a:r>
              <a:t>• Bắt tay: người có vị thế cao hơn hoặc phụ nữ chủ động đưa tay trước; không bắt quá lỏng, quá chặt, quá lâu.</a:t>
            </a:r>
          </a:p>
          <a:p>
            <a:r>
              <a:t>• Danh thiếp: đừng nhét ngay vào túi quần — đó là chỗ sinh viên hay mắc nhất.</a:t>
            </a:r>
          </a:p>
          <a:p>
            <a:r>
              <a:t>• Không gian chung: thang máy, phòng họp, bàn làm việc mở — không nói to chuyện riêng.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a:p/>
          <a:p>
            <a:r>
              <a:t>NÓI ĐỦ Ý (phần đã rút khỏi slide)</a:t>
            </a:r>
          </a:p>
          <a:p>
            <a:r>
              <a:t>• Mở đầu 10–15%: câu hỏi gây tò mò, con số ấn tượng, hoặc câu chuyện ngắn; giới thiệu bản thân rồi cho người nghe biết lộ trình bài nói.</a:t>
            </a:r>
          </a:p>
          <a:p>
            <a:r>
              <a:t>• Thân bài 70–80%: tối đa BA ý chính; mỗi ý có câu chuyển ý rõ ràng.</a:t>
            </a:r>
          </a:p>
          <a:p>
            <a:r>
              <a:t>• Kết luận 10–15%: đọng lại MỘT điều; chuẩn bị sẵn phần hỏi – đáp.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a:p/>
          <a:p>
            <a:r>
              <a:t>NÓI ĐỦ Ý (phần đã rút khỏi slide)</a:t>
            </a:r>
          </a:p>
          <a:p>
            <a:r>
              <a:t>• Ngôn ngữ cơ thể: di chuyển có chủ đích; không đút túi, không vặn bút.</a:t>
            </a:r>
          </a:p>
          <a:p>
            <a:r>
              <a:t>• Giọng nói: thay đổi cả tốc độ lẫn ngữ điệu — khoảng lặng là gia vị của bài nói.</a:t>
            </a:r>
          </a:p>
          <a:p>
            <a:r>
              <a:t>• Run sợ: run là BÌNH THƯỜNG; đến sớm làm quen không gian; tập trung vào thông điệp thay vì vào bản thân.</a:t>
            </a:r>
          </a:p>
          <a:p>
            <a:r>
              <a:t>• Câu hỏi: chưa chắc thì hẹn trả lời sau — trung thực hơn là đoán bừa.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a:p/>
          <a:p>
            <a:r>
              <a:t>NÓI ĐỦ Ý (phần đã rút khỏi slide)</a:t>
            </a:r>
          </a:p>
          <a:p>
            <a:r>
              <a:t>• Lắng nghe chủ động đủ ý: tập trung toàn bộ vào người nói • không ngắt lời, không vội phán xét • ghi chú ý chính • phản hồi bằng ánh mắt, gật đầu • diễn đạt lại để xác nhận: “Nếu em hiểu đúng thì ý anh/chị là…”.</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a:p/>
          <a:p>
            <a:r>
              <a:t>NÓI ĐỦ Ý (phần đã rút khỏi slide)</a:t>
            </a:r>
          </a:p>
          <a:p>
            <a:r>
              <a:t>• Câu hỏi đóng, ví dụ: “Anh đã nhận được báo giá chưa?”</a:t>
            </a:r>
          </a:p>
          <a:p>
            <a:r>
              <a:t>• Câu hỏi mở khơi người đối diện chia sẻ.</a:t>
            </a:r>
          </a:p>
          <a:p>
            <a:r>
              <a:t>• Thăm dò – đào sâu: “Cụ thể là…?”, “Anh có thể cho ví dụ?”</a:t>
            </a:r>
          </a:p>
          <a:p>
            <a:r>
              <a:t>• Lưu ý: tránh câu hỏi dồn ép, mớm cung; hỏi xong đừng tự trả lời thay.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a:p/>
          <a:p>
            <a:r>
              <a:t>NÓI ĐỦ Ý (phần đã rút khỏi slide)</a:t>
            </a:r>
          </a:p>
          <a:p>
            <a:r>
              <a:t>• Chuẩn bị: tránh gọi sớm quá, muộn quá, hoặc giờ nghỉ trưa.</a:t>
            </a:r>
          </a:p>
          <a:p>
            <a:r>
              <a:t>• Mở đầu mẫu: “Em chào anh, em là… từ công ty… Anh có tiện nghe máy 5 phút không ạ?”</a:t>
            </a:r>
          </a:p>
          <a:p>
            <a:r>
              <a:t>• Trình bày: nói rõ ràng; tóm tắt lại thỏa thuận gồm thời gian, địa điểm, việc cần làm.</a:t>
            </a:r>
          </a:p>
          <a:p>
            <a:r>
              <a:t>• Kết thúc: để người có vị thế cao hơn hoặc khách hàng gác máy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a:p/>
          <a:p>
            <a:r>
              <a:t>NÓI ĐỦ Ý (phần đã rút khỏi slide)</a:t>
            </a:r>
          </a:p>
          <a:p>
            <a:r>
              <a:t>• Giọng tươi — người gọi “nghe thấy” nụ cười của bạn; ghi chú và NHẮC LẠI lời nhắn.</a:t>
            </a:r>
          </a:p>
          <a:p>
            <a:r>
              <a:t>• Lời nhắn phải chuyển đầy đủ và đúng hạn.</a:t>
            </a:r>
          </a:p>
          <a:p>
            <a:r>
              <a:t>• Nhắn tin / Zalo công việc cũng cần đúng chuẩn mực như email.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a:p/>
          <a:p>
            <a:r>
              <a:t>NÓI ĐỦ Ý (phần đã rút khỏi slide)</a:t>
            </a:r>
          </a:p>
          <a:p>
            <a:r>
              <a:t>• Tình huống (a): gọi điện lần đầu cho khách hàng tiềm năng để hẹn gặp giới thiệu sản phẩm.</a:t>
            </a:r>
          </a:p>
          <a:p>
            <a:r>
              <a:t>• Tình huống (b): gọi điện xử lý việc giao hàng trễ cho khách đang khó chịu.</a:t>
            </a:r>
          </a:p>
          <a:p>
            <a:r>
              <a:t>• Đóng vai: một bạn vai nhân viên, một bạn vai khách hàng.</a:t>
            </a:r>
          </a:p>
          <a:p>
            <a:r>
              <a:t>• Thuyết trình: chủ đề đã chuẩn bị ở nhà; lớp nhận xét cả ngôn ngữ cơ thể.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a:p/>
          <a:p>
            <a:r>
              <a:t>NÓI ĐỦ Ý (phần đã rút khỏi slide)</a:t>
            </a:r>
          </a:p>
          <a:p>
            <a:r>
              <a:t>• Vài giây đầu: não bộ hình thành đánh giá gần như tức thì từ ngoại hình, thần thái, cách chào — và ấn tượng đầu rất khó đảo ngược về sau.</a:t>
            </a:r>
          </a:p>
          <a:p>
            <a:r>
              <a:t>• Quy tắc 4×20 đầy đủ: 20 giây đầu tiên • 20 bước chân đầu tiên • 20 cm gương mặt (ánh mắt, nụ cười) • 20 từ đầu tiên — chuẩn bị kỹ cả bốn.</a:t>
            </a:r>
          </a:p>
          <a:p>
            <a:r>
              <a:t>• Ba trụ cột: trang phục phù hợp bối cảnh VÀ vị trí; thần thái tự tin, thân thiện; lời chào – giới thiệu rõ ràng, đúng nghi thức.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2034462"/>
            <a:ext cx="11247120" cy="360289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trước; giới thiệu người ít quan trọng với người quan trọng hơn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Hai tay, mặt chữ hướng người nhận; đọc qua rồi mới cất</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Giữ trật tự, nhường lối, gõ cửa trước khi vào</a:t>
            </a:r>
            <a:endParaRPr lang="en-US" sz="15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tò mò, con số, câu chuyện ngắn — rồi cho biết lộ trình</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ý mạnh nhất đặt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kêu gọi hành động cụ thể</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mắt luân phiên khắp phòng; tay minh họa tự nhiên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To rõ, đổi tốc độ; dừng 1–2 giây trước ý quan trọng</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Chuẩn bị kỹ • đến sớm • hít thở sâu • nghĩ về thông điệp</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Nghe hết, cảm ơn, trả lời ngắn; chưa chắc thì hẹn trả lời sau</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787325"/>
            <a:ext cx="11247120" cy="409716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Có / Không hoặc một dữ kiện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Vì sao • Như thế nào • Điều gì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 làm rõ sau một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hỏi xong thì im lặng chờ</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giấy bút; chọn giờ phù hợp</a:t>
            </a:r>
            <a:endParaRPr lang="en-US" sz="1400" dirty="0"/>
          </a:p>
        </p:txBody>
      </p:sp>
      <p:sp>
        <p:nvSpPr>
          <p:cNvPr id="12" name="Shape 9"/>
          <p:cNvSpPr/>
          <p:nvPr/>
        </p:nvSpPr>
        <p:spPr>
          <a:xfrm>
            <a:off x="502920" y="2532888"/>
            <a:ext cx="384048" cy="384048"/>
          </a:xfrm>
          <a:prstGeom prst="ellipse">
            <a:avLst/>
          </a:prstGeom>
          <a:solidFill>
            <a:srgbClr val="DC756A"/>
          </a:solidFill>
          <a:ln/>
        </p:spPr>
        <p:txBody>
          <a:bodyPr/>
          <a:p/>
        </p:txBody>
      </p:sp>
      <p:sp>
        <p:nvSpPr>
          <p:cNvPr id="13" name="Text 10"/>
          <p:cNvSpPr/>
          <p:nvPr/>
        </p:nvSpPr>
        <p:spPr>
          <a:xfrm>
            <a:off x="502920" y="2532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597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năm phút</a:t>
            </a:r>
            <a:endParaRPr lang="en-US" sz="1400" dirty="0"/>
          </a:p>
        </p:txBody>
      </p:sp>
      <p:sp>
        <p:nvSpPr>
          <p:cNvPr id="15" name="Shape 12"/>
          <p:cNvSpPr/>
          <p:nvPr/>
        </p:nvSpPr>
        <p:spPr>
          <a:xfrm>
            <a:off x="502920" y="3493008"/>
            <a:ext cx="384048" cy="384048"/>
          </a:xfrm>
          <a:prstGeom prst="ellipse">
            <a:avLst/>
          </a:prstGeom>
          <a:solidFill>
            <a:srgbClr val="DC756A"/>
          </a:solidFill>
          <a:ln/>
        </p:spPr>
        <p:txBody>
          <a:bodyPr/>
          <a:p/>
        </p:txBody>
      </p:sp>
      <p:sp>
        <p:nvSpPr>
          <p:cNvPr id="16" name="Text 13"/>
          <p:cNvSpPr/>
          <p:nvPr/>
        </p:nvSpPr>
        <p:spPr>
          <a:xfrm>
            <a:off x="502920" y="3493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198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tóm tắt lại thời gian – địa điểm – việc cần làm</a:t>
            </a:r>
            <a:endParaRPr lang="en-US" sz="1400" dirty="0"/>
          </a:p>
        </p:txBody>
      </p:sp>
      <p:sp>
        <p:nvSpPr>
          <p:cNvPr id="18" name="Shape 15"/>
          <p:cNvSpPr/>
          <p:nvPr/>
        </p:nvSpPr>
        <p:spPr>
          <a:xfrm>
            <a:off x="502920" y="4453128"/>
            <a:ext cx="384048" cy="384048"/>
          </a:xfrm>
          <a:prstGeom prst="ellipse">
            <a:avLst/>
          </a:prstGeom>
          <a:solidFill>
            <a:srgbClr val="DC756A"/>
          </a:solidFill>
          <a:ln/>
        </p:spPr>
        <p:txBody>
          <a:bodyPr/>
          <a:p/>
        </p:txBody>
      </p:sp>
      <p:sp>
        <p:nvSpPr>
          <p:cNvPr id="19" name="Text 16"/>
          <p:cNvSpPr/>
          <p:nvPr/>
        </p:nvSpPr>
        <p:spPr>
          <a:xfrm>
            <a:off x="502920" y="4453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799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khách gác máy trước</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trong ~3 hồi chuông; chào và xưng danh; ghi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ai gọi – việc gì – số liên lạc – hẹn phản hồi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Im lặng trong họp; không nghe điện riêng khi đang tiếp khách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Bốc thăm: (a) gọi hẹn gặp khách hàng tiềm năng, hoặc (b) gọi xử lý giao hàng trễ.</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lớp nhận xét theo mở – thân – kết.</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2026-08-23T05:36:01Z</dcterms:created>
  <dcterms:modified xsi:type="dcterms:W3CDTF">2026-08-23T05:36:01Z</dcterms:modified>
</cp:coreProperties>
</file>