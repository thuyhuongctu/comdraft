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1481328"/>
            <a:ext cx="11247120" cy="36028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người lớn, nhân viên chào cấp trên trước; giới thiệu người ít quan trọng với người quan trọng hơn; nói rõ tên – chức danh – đơn vị.</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 người có vị thế cao hơn hoặc phụ nữ chủ động đưa tay trước; không bắt quá lỏng, quá chặt, quá lâu.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Trao bằng hai tay, mặt chữ hướng về người nhận; nhận bằng hai tay, đọc qua rồi mới cất — đừng nhét ngay vào túi quần.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Thang máy, phòng họp, bàn làm việc mở: giữ trật tự, nhường lối, gõ cửa trước khi vào, không nói to chuyện riêng.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gây tò mò, con số ấn tượng, câu chuyện ngắn; giới thiệu bản thân và cho người nghe biết lộ trình bài nói.</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có câu chuyển ý rõ ràng; đặt ý mạnh nhất ở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cốt lõi, kêu gọi hành động cụ thể; chuẩn bị sẵn phần hỏi – đáp.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di chuyển có chủ đích; giao tiếp mắt luân phiên khắp phòng; tay minh họa tự nhiên, không đút túi hay vặn bút.</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Nói to rõ, thay đổi tốc độ và ngữ điệu; dừng 1–2 giây trước ý quan trọng — khoảng lặng là gia vị của bài nói.</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Run là bình thường; chuẩn bị kỹ + đến sớm làm quen không gian + hít thở sâu + tập trung vào thông điệp thay vì bản thân.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Lắng nghe hết câu hỏi, cảm ơn, trả lời ngắn gọn; chưa chắc thì hẹn trả lời sau — trung thực hơn là đoán bừa.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481328"/>
            <a:ext cx="11247120" cy="40971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Trả lời Có/Không hoặc một dữ kiện: “Anh đã nhận được báo giá chưa?”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Bắt đầu bằng Vì sao / Như thế nào / Điều gì: khơi người đối diện chia sẻ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“Anh có thể cho ví dụ?” — làm rõ chi tiết sau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tránh câu hỏi dồn ép, mớm cung; hỏi xong thì im lặng chờ — đừng tự trả lời thay.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chính, giấy bút ghi chú; chọn thời điểm phù hợp (tránh sớm quá, muộn quá, giờ nghỉ trưa).</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“Em chào anh, em là… từ công ty… Anh có tiện nghe máy 5 phút không ạ?”</a:t>
            </a:r>
            <a:endParaRPr lang="en-US" sz="1400" dirty="0"/>
          </a:p>
        </p:txBody>
      </p:sp>
      <p:sp>
        <p:nvSpPr>
          <p:cNvPr id="15" name="Shape 12"/>
          <p:cNvSpPr/>
          <p:nvPr/>
        </p:nvSpPr>
        <p:spPr>
          <a:xfrm>
            <a:off x="502920" y="3927348"/>
            <a:ext cx="384048" cy="384048"/>
          </a:xfrm>
          <a:prstGeom prst="ellipse">
            <a:avLst/>
          </a:prstGeom>
          <a:solidFill>
            <a:srgbClr val="DC756A"/>
          </a:solidFill>
          <a:ln/>
        </p:spPr>
        <p:txBody>
          <a:bodyPr/>
          <a:p/>
        </p:txBody>
      </p:sp>
      <p:sp>
        <p:nvSpPr>
          <p:cNvPr id="16" name="Text 13"/>
          <p:cNvSpPr/>
          <p:nvPr/>
        </p:nvSpPr>
        <p:spPr>
          <a:xfrm>
            <a:off x="502920" y="3927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5419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nói rõ ràng; tóm tắt lại thỏa thuận: thời gian, địa điểm, việc cần làm.</a:t>
            </a:r>
            <a:endParaRPr lang="en-US" sz="1400" dirty="0"/>
          </a:p>
        </p:txBody>
      </p:sp>
      <p:sp>
        <p:nvSpPr>
          <p:cNvPr id="18" name="Shape 15"/>
          <p:cNvSpPr/>
          <p:nvPr/>
        </p:nvSpPr>
        <p:spPr>
          <a:xfrm>
            <a:off x="502920" y="5104638"/>
            <a:ext cx="384048" cy="384048"/>
          </a:xfrm>
          <a:prstGeom prst="ellipse">
            <a:avLst/>
          </a:prstGeom>
          <a:solidFill>
            <a:srgbClr val="DC756A"/>
          </a:solidFill>
          <a:ln/>
        </p:spPr>
        <p:txBody>
          <a:bodyPr/>
          <a:p/>
        </p:txBody>
      </p:sp>
      <p:sp>
        <p:nvSpPr>
          <p:cNvPr id="19" name="Text 16"/>
          <p:cNvSpPr/>
          <p:nvPr/>
        </p:nvSpPr>
        <p:spPr>
          <a:xfrm>
            <a:off x="502920" y="510463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503148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người có vị thế cao hơn / khách hàng gác máy trước.</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máy trong ~3 hồi chuông; chào và xưng danh đơn vị; giọng tươi — người gọi “nghe thấy” nụ cười của bạn; ghi chú và nhắc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Đề nghị để lại lời nhắn: ai gọi – việc gì – số liên lạc – hẹn phản hồi; chuyển lời nhắn đầy đủ, đúng hạn.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Chế độ im lặng trong cuộc họp; không nghe điện riêng khi đang tiếp khách; nhắn tin/Zalo công việc cũng cần đúng chuẩn mực như email.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Nhóm bốc thăm một tình huống: (a) gọi điện lần đầu cho khách hàng tiềm năng để hẹn gặp giới thiệu sản phẩm; hoặc (b) gọi điện xử lý việc giao hàng trễ cho khách đang khó chịu.</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trước lớp: một bạn vai nhân viên, một bạn vai khách hàng;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chủ đề đã chuẩn bị ở nhà; cả lớp nhận xét theo cấu trúc mở – thân – kết và ngôn ngữ cơ thể.</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2026-08-18T11:54:08Z</dcterms:created>
  <dcterms:modified xsi:type="dcterms:W3CDTF">2026-08-18T11:54:08Z</dcterms:modified>
</cp:coreProperties>
</file>