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23"/>
    <p:sldId id="273" r:id="rId24"/>
    <p:sldId id="258" r:id="rId4"/>
    <p:sldId id="271" r:id="rId2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– ghi chú – hỏi lại cho rõ yêu cầu, thời hạn, nguồn lực; xác nhận lại bằng tin nhắn/email để hai bên cùng hiểu một cách.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động, đúng hạn, kết quả trước – diễn giải sau; báo tin xấu sớm kèm phương án xử lý, không che giấu.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đúng lúc, đúng chỗ (thường là riêng tư); trình bày trên cơ sở dữ liệu và lợi ích chung; tôn trọng quyết định cuối cùng.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việc kèm niềm tin và nguồn lực; kiểm tra tiến độ đúng mức, không quản lý vụn vặt.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khai, kịp thời, cụ thể; phê bình riêng tư, nhắm vào hành vi chứ không nhắm vào con người, kèm hướng khắc phục.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trọng, hợp tác, chia sẻ thông tin; tranh luận về công việc chứ không công kích cá nhân; tránh bè phái, tán chuyện sau lưng.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chương trình gửi trước; đến đúng giờ; phát biểu ngắn gọn vào trọng tâm; có kết luận, biên bản và người chịu trách nhiệm từng việc.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nuôi sống doanh nghiệp; mỗi điểm tiếp xúc (chào đón, tư vấn, giao hàng, hậu mãi) đều là khoảnh khắc xây hoặc phá niềm tin.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Chào đón niềm nở – gọi tên khách khi có thể; lắng nghe nhu cầu trước khi giới thiệu; nói sự thật về sản phẩm; giữ lời hứa về thời hạn.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cãi thắng – thua với khách; hứa quá khả năng; đổ lỗi cho đồng nghiệp, cho quy trình; bỏ mặc khách sau khi bán xong.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đẳng, giữ chữ tín, minh bạch thông tin; quan hệ lâu dài quan trọng hơn lợi thế ngắn hạn — nền tảng cho đàm phán ở Chương 4.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hồ sơ – văn bản chuẩn thể thức (Chương 5); tác phong nghiêm túc, đúng hẹn; tuyệt đối không “đi tắt” trái quy định.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thông tin nhất quán, trung thực; khi có khủng hoảng: phản hồi nhanh, nhận trách nhiệm đúng phần của mình, không né tránh.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tham dự đúng hạn; đến đúng giờ; trang phục theo tính chất tiệc; chờ chủ tiệc mời và xếp chỗ — vị trí ngồi thể hiện thứ bậc.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dùng dụng cụ từ ngoài vào trong; không nói khi đang nhai, không gõ đũa, không xoay đĩa thức ăn về phía mình liên tục.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vị thế thấp nâng ly thấp hơn khi cụng; chúc ngắn gọn, đúng đối tượng; tôn trọng người không dùng rượu bia — không ép.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đề nhẹ nhàng: ẩm thực, thể thao, du lịch, quê quán; tránh chính trị, tôn giáo, thu nhập, đời tư; công việc chỉ bàn khi chủ tiệc gợi mở.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nói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“nói thẳng” (Đức, Mỹ, Hà Lan) đánh giá cao sự rõ ràng; văn hóa “nói vòng” (Nhật, Hàn, Việt) ưu tiên giữ thể diện — “để chúng tôi xem xét” có thể là lời từ chối.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Thứ bậc và ra quyết định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Nơi coi trọng tôn ti (Nhật, Hàn, Trung): đúng vai, đúng cấp, quyết định tập thể chậm mà chắc; nơi bình đẳng (Bắc Âu, Úc): gọi tên, tranh luận thẳng với sếp là bình thường.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và cam kết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giờ giấc chặt (Đức, Nhật, Thụy Sĩ): trễ 5 phút là thất lễ; văn hóa thời gian linh hoạt: quan hệ đi trước, tiến độ đi sau — cần chốt mốc bằng văn bản.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và kiêng kỵ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cử chỉ mang nghĩa khác nhau giữa các nước; màu sắc, con số, quà tặng đều có thể nhạy cảm — tra cứu trước khi gặp đối tác nước ngoài.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giao tiếp, nghi thức chào hỏi, kiêng kỵ của đối tác trước mỗi cuộc gặp quan trọng.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ý cách đối tác chào, trao danh thiếp, giữ khoảng cách… và ứng xử tương thích.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hành vi “kỳ lạ” có thể hoàn toàn bình thường trong văn hóa của họ — hỏi lịch sự thay vì phán xét.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khác ngôn ngữ: tránh tiếng lóng, thành ngữ; tóm tắt thỏa thuận qua email sau cuộc họp.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xin lỗi khi lỡ phạm điều kiêng kỵ; thiện chí học hỏi luôn được ghi nhận ở mọi nền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