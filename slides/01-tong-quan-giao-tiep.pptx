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– 10 buổi sáng Thứ 7 &amp; Chủ nhật (05/12/2026 – 03/01/2027, phòng C0105)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1: Tổng quan giao tiếp  •  Chương 2: Kỹ năng giao tiếp chuyên nghiệp  •  Chương 3: Tình huống đặc thù  •  Chương 4: Đàm phán trong kinh doanh  •  Chương 5: Soạn thảo và trình bày văn bản.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chiều Thứ 7 / Chủ nhật (26/12 – 24/01, phòng A0105 Mô phỏng Kinh tế)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1: Thể thức văn bản  •  Bài 2: Soạn thảo văn bản hành chính  •  Bài 3: Soạn thảo văn bản thương mại.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(dự lớp ≥ 80%, bài tập đầy đủ)  •  Quá trình: trắc nghiệm + tự luận + thực hành  •  Cuối kỳ: bài thi thực hành.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 trình trao đổi thông tin, tư tưởng, tình cảm giữa con người với con người nhằm đạt được mục đích nhất định — diễn ra bằng cả lời nói, chữ viết và hành vi không lời.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giao tiếp gắn với quá trình kinh doanh: giữa doanh nghiệp với khách hàng, đối tác, cơ quan quản lý và giữa các thành viên trong tổ chức — hướng tới mục tiêu kinh doanh cụ thể.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nhà tuyển dụng nhiều năm liền xếp kỹ năng giao tiếp trong nhóm kỹ năng được yêu cầu cao nhất — bán được ý tưởng trước khi bán được sản phẩm.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 rõ ràng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gặp, cuộc gọi, email đều phục vụ một mục tiêu công việc: bán hàng, hợp tác, giải quyết vấn đề.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 và vai vế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lúc giao tiếp với khách hàng, cấp trên, đồng nghiệp, cơ quan nhà nước — mỗi đối tượng một chuẩn mực riêng.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ràng buộc lợi ích và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nói, văn bản trong kinh doanh có thể tạo ra nghĩa vụ, hợp đồng, trách nhiệm — phải cẩn trọng và chuẩn mực.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Vừa khoa học, vừa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quy trình để học; nhưng vận dụng linh hoạt theo con người, hoàn cảnh mới tạo nên hiệu quả.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481328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249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tiếp, nhanh, giàu cảm xúc, phản hồi tức thì — nhưng “lời nói gió bay”, dễ sai sót khi thiếu chuẩn bị. Chú ý: phát âm, tốc độ, âm lượng, ngữ điệu.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có thể cân nhắc kỹ, lưu lại làm bằng chứng — nền tảng của Chương 5 (soạn thảo văn bản). Chú ý: đúng chính tả, đúng thể thức, đúng văn phong.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ràng, lịch sự, tích cực; tránh khẩu ngữ, tiếng lóng, từ đa nghĩa; ưu tiên câu chủ động, ngắn gọn.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 – nụ cười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nhất; giao tiếp bằng mắt thể hiện tự tin và tôn trọng người đối diện.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 – dáng đi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thế thẳng, cởi mở tạo thiện cảm; khoanh tay, nhìn đồng hồ phát tín hiệu khép kín, sốt ruột.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 và không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(&lt;0,5m) – cá nhân – xã giao (1,2–3,5m) – công cộng; chọn sai khoảng cách gây khó chịu.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điệu – thời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mặc phù hợp bối cảnh; giọng điệu quyết định cách thông điệp được đón nhận; đúng giờ cũng là thông điệp.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02920" y="57607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của Mehrabian: với thông điệp cảm xúc, tác động của từ ngữ ~7%, giọng nói ~38%, ngôn ngữ cơ thể ~55% — đừng để cơ thể “nói” ngược với lời.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  ↔  Gián tiếp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Mặt đối mặt: giàu thông tin, phản hồi ngay. Gián tiếp (điện thoại, văn bản, email): vượt khoảng cách, có bằng chứng — nhưng dễ hiểu nhầm.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thức  ↔  Không chính thức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Cuộc họp, văn bản, hội nghị theo quy định; trò chuyện ngoài lề, tin đồn — người quản lý giỏi biết dùng cả hai.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 nhân  ↔  Nhóm / đám đông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1-1: sâu, riêng tư. Nhóm: cần điều phối; đám đông: cần kỹ năng thuyết trình (học ở Chương 2).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thống  ↔  Giao tiếp số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họp trực tuyến, mạng xã hội, tin nhắn nhóm — chuẩn mực mới: trả lời đúng hạn, đúng kênh, giữ hình ảnh số chuyên nghiệp.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Yếu tố thuộc chủ thể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tâm lý, cảm xúc, sức khỏe, vốn hiểu biết, kỹ năng và uy tín của người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điệp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rõ hay mơ hồ, cấu trúc hợp lý hay lộn xộn, phù hợp người nghe hay không.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và nhiễu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kênh sai (việc hệ trọng lại nhắn tin), chất lượng đường truyền, môi trường ồn ào.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văn hóa – xã hội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mực, tôn giáo, vùng miền, thứ bậc; điều bình thường nơi này có thể là thất lễ nơi khác.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hệ và định kiến sẵn có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ấn tượng cũ, tin đồn, khoảng cách quyền lực làm méo cách diễn giải thông điệp.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nhân cách, thời gian, lợi ích và sự khác biệt của đối tượng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và hợp tác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tới hai bên cùng có lợi; thắng một cuộc cãi có thể thua một khách hàng.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thấu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nhu cầu đối phương rồi mới trình bày quan điểm của mình.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nơi, đúng kênh, đúng mức độ trang trọng.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 và giữ chữ tín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và văn bản nhất quán; đã hứa là làm — chữ tín là tài sản kinh doanh.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kinh doanh có mục đích và có luật chơi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nhiên: mỗi tương tác phục vụ mục tiêu, chịu chuẩn mực và ràng buộc lợi ích – pháp lý.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quả được quyết định ở cả 5 khâu + nhiễu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sửa một cuộc giao tiếp thất bại, hãy dò lại từng khâu: ý tưởng – mã hóa – kênh – giải mã – phản hồi.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phục, ánh mắt, giọng điệu, đúng giờ… “nói” trước và nói to hơn lời — hãy để chúng nói cùng một điều với bạn.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