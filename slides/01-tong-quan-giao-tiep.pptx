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— 10 buổi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Sáng T7 &amp; CN  •  5 chương  •  phòng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— 3 bài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Chiều T7 / CN  •  phòng A0105 Mô phỏng Kinh tế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— 3 cột điểm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 •  Quá trình  •  Thi cuối kỳ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thông tin để đạt một mục đích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kinh doanh?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Gắn với mục tiêu công việc, có ràng buộc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tuyển dụng xếp vào nhóm đòi hỏi cao nhất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 phục vụ một mục tiêu công việc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đối tượng một chuẩn mực riêng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lợi ích –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có thể tạo ra nghĩa vụ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học và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nhưng cần linh hoạt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Nhanh, giàu cảm xúc — nhưng lời nói gió bay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lưu được — nền tảng của Chương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 •  lịch sự  •  tích cực  •  ngắn gọn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Thẳng và cởi mở tạo thiện cảm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· cá nhân · xã giao · công cộng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– giờ giấc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giờ cũng là một thông điệp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NGỮ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GIỌNG NÓI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THỂ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với thông điệp cảm xúc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Bốn cặp này không loại trừ nhau — một cuộc giao tiếp nằm đâu đó trên cả bốn trục cùng lúc.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Hỏng ở yếu tố nào thì sửa đúng yếu tố ấy, đừng đổ hết cho “nói chưa khéo”.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cách, thời gian, lợi ích, khác biệt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– hợp tác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thắng một cuộc cãi, thua một khách hàng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trước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rồi mới nói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kênh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hứa là làm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mục đích và có luật chơi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Hỏng ở khâu nào, dò lại khâu đó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khâu, cộng thêm nhiễu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nói trước, và nói to hơn lời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2026-08-23T05:42:53Z</dcterms:created>
  <dcterms:modified xsi:type="dcterms:W3CDTF">2026-08-23T05:42:53Z</dcterms:modified>
</cp:coreProperties>
</file>