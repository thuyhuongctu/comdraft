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overview of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every professional skill: understand communication before drilling technique.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together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— 10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&amp; Sun mornings  •  5 chapters  •  room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3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/ Sun afternoons  •  room A0105, Economics Simulation Lab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3 components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 •  Coursework  •  Final examination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what marks it out, and the process model behind 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and forms of communication, and the strengths and weaknesses of each.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how well communication works in a real situation.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 to a specific business situation.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and what marks it out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of communication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forms of communication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the communication process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nature and means of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the nature first: what communication is, what stages it passes through, by what means.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Communication, and communication in business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communication?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Exchanging information to reach a purpose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business?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a work goal, and legally binding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 it?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rank it among the top requirements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marks out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purposeful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serves a work objective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kinds of counterpart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comes with its own norms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on interests and in law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say can create an obligation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science and 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rules, but they need judgement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communication process model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Communication runs both ways — to fix one that failed, trace it back stage by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language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expressive — but spoken words blow away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on the record — the ground for Chapter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your words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 •  courteous  •  positive  •  brief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non-verbal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face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expressive channel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and posture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and open earns goodwill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Intimate · personal · social · public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voice, punctuality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on time is itself a message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OF VOICE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for emotional messages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How does an emotional message travel?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words themselves — the smallest share, though we usually invest the most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TONE OF VOICE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Volume, pace, intonation, pauses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BODY LANGUAGE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Eyes, face, gesture, posture, 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Albert Mehrabian's study — it applies to EMOTIONAL messages only, not to every situation.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forms of communication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These four pairs are not exclusive — any exchange sits somewhere on all four axes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Influencing factors, and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breaks an exchange, and the five principles that keep it from breaking.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that shape the communication process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Fix the factor that actually broke — don't blame it all on “poor wording”.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of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person, their time, their interests, their differences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and cooperation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argument, lose the customer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first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correctly, then speak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context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role, right moment, right channel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made is a promise kept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Case: a first meeting that failed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15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Salesperson A meets a client for the first time: arrives 10 minutes late because of traffic but sends no warning; wears a T-shirt because “it's the weekend”; sits down and immediately pitches the product for 20 minutes straight; the phone rings twice and A takes both calls. At the end the client says “let me look at it and get back to you”, and never does.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communication mistake A made, and place each one at a stage of the process model.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principle from section 1.5 does each mistake break?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five-step “standard script” for a first client meeting and present it to the class (3 minutes).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purpose, and it has rules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idle conversation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stage broke, go back to that stage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stages, plus noise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non-verbal carries more than we think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speaks first, and it speaks louder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parts of the communication process model using a real example of your own.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strengths and weaknesses of spoken and written communication in business.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business communication called “both a science and an art”?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illustrate the five principles of business communication.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– Professional communication skills. Each group prepares a 3-minute talk on a topic of its choice, to be delivered in class.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2026-08-23T05:42:53Z</dcterms:created>
  <dcterms:modified xsi:type="dcterms:W3CDTF">2026-08-23T05:42:53Z</dcterms:modified>
</cp:coreProperties>
</file>