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  <a:p/>
          <a:p>
            <a:r>
              <a:t>NÓI ĐỦ Ý (phần đã rút khỏi slide)</a:t>
            </a:r>
          </a:p>
          <a:p>
            <a:r>
              <a:t>• Nhận nhiệm vụ: hỏi lại cho rõ YÊU CẦU, THỜI HẠN, NGUỒN LỰC — ba thứ này thiếu một là làm sai.</a:t>
            </a:r>
          </a:p>
          <a:p>
            <a:r>
              <a:t>• Báo cáo: kết quả trước, diễn giải sau. Tin xấu báo SỚM và kèm phương án, đừng che giấu.</a:t>
            </a:r>
          </a:p>
          <a:p>
            <a:r>
              <a:t>• Ý kiến khác: chọn lúc riêng tư; nói trên cơ sở dữ liệu và lợi ích chung; nói xong thì tôn trọng quyết định cuối cùng.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  <a:p/>
          <a:p>
            <a:r>
              <a:t>NÓI ĐỦ Ý (phần đã rút khỏi slide)</a:t>
            </a:r>
          </a:p>
          <a:p>
            <a:r>
              <a:t>• Giao việc kèm NIỀM TIN và NGUỒN LỰC; kiểm tra tiến độ đúng mức, đừng quản lý vụn vặt.</a:t>
            </a:r>
          </a:p>
          <a:p>
            <a:r>
              <a:t>• Khen thì công khai, kịp thời, cụ thể. Phê bình thì riêng tư, kèm hướng khắc phục.</a:t>
            </a:r>
          </a:p>
          <a:p>
            <a:r>
              <a:t>• Đồng nghiệp: tránh bè phái, tránh tán chuyện sau lưng.</a:t>
            </a:r>
          </a:p>
          <a:p>
            <a:r>
              <a:t>• Họp: có chương trình gửi trước, phát biểu ngắn gọn, kết thúc phải có biên bản và người chịu trách nhiệm từng việc.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  <a:p/>
          <a:p>
            <a:r>
              <a:t>NÓI ĐỦ Ý (phần đã rút khỏi slide)</a:t>
            </a:r>
          </a:p>
          <a:p>
            <a:r>
              <a:t>• Mỗi điểm tiếp xúc — chào đón, tư vấn, giao hàng, hậu mãi — đều xây hoặc phá niềm tin.</a:t>
            </a:r>
          </a:p>
          <a:p>
            <a:r>
              <a:t>• Nguyên tắc vàng: chào niềm nở, gọi TÊN khách khi có thể; nói sự thật về sản phẩm; giữ lời hứa về thời hạn.</a:t>
            </a:r>
          </a:p>
          <a:p>
            <a:r>
              <a:t>• Tối kỵ: hứa quá khả năng; đổ lỗi cho đồng nghiệp hoặc cho quy trình; bỏ mặc khách sau khi bán xong.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  <a:p/>
          <a:p>
            <a:r>
              <a:t>NÓI ĐỦ Ý (phần đã rút khỏi slide)</a:t>
            </a:r>
          </a:p>
          <a:p>
            <a:r>
              <a:t>• Trước tiệc: trang phục theo tính chất tiệc; vị trí ngồi thể hiện thứ bậc nên phải chờ chủ tiệc xếp chỗ.</a:t>
            </a:r>
          </a:p>
          <a:p>
            <a:r>
              <a:t>• Trong bữa: không nói khi đang nhai, không gõ đũa, không xoay đĩa thức ăn về phía mình liên tục.</a:t>
            </a:r>
          </a:p>
          <a:p>
            <a:r>
              <a:t>• Chúc rượu: chúc ngắn gọn, đúng đối tượng; tôn trọng người không dùng rượu bia.</a:t>
            </a:r>
          </a:p>
          <a:p>
            <a:r>
              <a:t>• Chuyện trò: công việc chỉ bàn khi chủ tiệc gợi mở.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  <a:p/>
          <a:p>
            <a:r>
              <a:t>NÓI ĐỦ Ý (phần đã rút khỏi slide)</a:t>
            </a:r>
          </a:p>
          <a:p>
            <a:r>
              <a:t>• Tìm hiểu trước mỗi cuộc gặp quan trọng, đừng đợi đến lúc ngồi vào bàn.</a:t>
            </a:r>
          </a:p>
          <a:p>
            <a:r>
              <a:t>• Quan sát rồi ứng xử tương thích — bắt chước là cách học nhanh nhất.</a:t>
            </a:r>
          </a:p>
          <a:p>
            <a:r>
              <a:t>• Hỏi lịch sự thay vì phán xét.</a:t>
            </a:r>
          </a:p>
          <a:p>
            <a:r>
              <a:t>• Khác ngôn ngữ: nói chậm, rõ, tránh thành ngữ; tóm tắt thỏa thuận qua email sau họp.</a:t>
            </a:r>
          </a:p>
          <a:p>
            <a:r>
              <a:t>• Thiện chí học hỏi luôn được ghi nhận ở mọi nền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  <a:p/>
          <a:p>
            <a:r>
              <a:t>NÓI ĐỦ Ý (phần đã rút khỏi slide)</a:t>
            </a:r>
          </a:p>
          <a:p>
            <a:r>
              <a:t>• Đối tác: quan hệ lâu dài quan trọng hơn lợi thế ngắn hạn — đây là nền cho Chương 4.</a:t>
            </a:r>
          </a:p>
          <a:p>
            <a:r>
              <a:t>• Cơ quan nhà nước: hồ sơ, văn bản phải chuẩn thể thức (Chương 5); tác phong nghiêm túc, đúng hẹn; tuyệt đối không “đi tắt” trái quy định.</a:t>
            </a:r>
          </a:p>
          <a:p>
            <a:r>
              <a:t>• Truyền thông: thông tin nhất quán, trung thực; khủng hoảng thì nhận trách nhiệm đúng phần của mình, không né tránh.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in specific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 of skills, four sets of rules: inside the organisation, with customers, at the table, across cultures.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 appropriately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superiors, subordinates and colleagues inside the organisation.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professionally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customers, partners, government bodies and the press; and handle a customer complaint.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perform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etiquette of the business table correctly.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cultural difference when working across cultures.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inside the organisation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with customers, partners, government bodies and the press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at the table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across cultures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inside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With superiors, subordinates and colleagues — each relationship has its own conduct.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your superior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on a task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– note – ask until it's clear; confirm by email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first, explanation second; bad news early, with a plan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disagree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moment, right place, on the data; respect the final call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subordinates and colleagues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goal – deadline – standard; hand over the resources too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and criticism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in public • criticise in private, at the behaviour not the person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colleagues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about the work, not the person; keep out of factions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that work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sent ahead • a clear conclusion • who does what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outside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Customers, partners, government bodies, the press — four groups, four sets of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customers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mindset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of contact either builds trust or breaks it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the need before you pitch • tell the truth • keep your promises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do this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to win • promise beyond your means • vanish after the sale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a customer complaint — the LAST procedure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939147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partners, government bodies and the press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partners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word, be transparent; the long relationship beats the short gain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bodies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procedure, right authority, documents in correct format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and media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authorised spokesperson; in a crisis, answer fast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table, and working across cultures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Where business carries on even though nobody mentions business.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at the table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on time • arrive on time • wait for the host to seat you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starts first; work your cutlery from the outside in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junior holds their glass lower; never press someone who isn't drinking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talk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food, sport, travel • Don't: politics, religion, income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across cultures: spotting the differences</a:t>
            </a:r>
            <a:endParaRPr lang="en-US" sz="2700" dirty="0"/>
          </a:p>
        </p:txBody>
      </p:sp>
      <p:pic>
        <p:nvPicPr>
          <p:cNvPr id="9" name="Picture 8" descr="c3-ba-truc-van-ho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47" y="1640598"/>
            <a:ext cx="10544400" cy="4390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10436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Neither pole is more correct — the work is knowing where you stand on the axis.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for adapting across cultures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up first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greet, and what they consider taboo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and adjust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greet, hand over a card, keep their distance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read it by your own norms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“strange” behaviour may be perfectly ordinary to them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slowly and clearly, confirm in writing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slang; summarise the agreement by email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humble and willing to learn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apologise when you trip over a taboo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hard cases — solved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20 minutes, draw one of two)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a customer comes to the counter shouting because the product has failed for the second time this month, with other customers watching. Case B: the company is receiving a Japanese delegation for the first time — your group must prepare the reception plan and a dinner.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write the handling script following the four LAST steps and role-play it (staff – customer – manager).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list what must be done and what must never be done (greeting, cards, seating, gifts, topics of conversation).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cross-reviews: what met the chapter's standards, what needs adjusting?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outside starts with sound inside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work, reporting, responding upwards; delegating, praising and correcting downwards — all of it can be learned.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is an opportunity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Listen – Apologise – Solve – Thank; don't win the argument and lose the customer.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cultures: understand first, judge never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up – observe – adapt; confirm agreements in writing to get past the language barrier.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to report bad news to a superior, using a concrete example.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LAST procedure to a complaint situation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five things to do and five to avoid when dining with a business partner.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one East–West cultural difference and how to adapt to it at work.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– Negotiation in business. Each group recalls its most recent haggle (buying a bike, renting a room…): what made it work, or not?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