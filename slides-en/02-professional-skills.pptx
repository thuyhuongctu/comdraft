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3" r:id="rId24"/>
    <p:sldId id="259" r:id="rId5"/>
    <p:sldId id="272" r:id="rId23"/>
    <p:sldId id="260" r:id="rId6"/>
    <p:sldId id="274" r:id="rId25"/>
    <p:sldId id="261" r:id="rId7"/>
    <p:sldId id="262" r:id="rId8"/>
    <p:sldId id="263" r:id="rId9"/>
    <p:sldId id="275" r:id="rId26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7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3.xml"/><Relationship Id="rId11" Type="http://schemas.openxmlformats.org/officeDocument/2006/relationships/slide" Target="slides/slide14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6.xml"/><Relationship Id="rId24" Type="http://schemas.openxmlformats.org/officeDocument/2006/relationships/slide" Target="slides/slide4.xml"/><Relationship Id="rId25" Type="http://schemas.openxmlformats.org/officeDocument/2006/relationships/slide" Target="slides/slide8.xml"/><Relationship Id="rId26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(1 phút)</a:t>
            </a:r>
          </a:p>
          <a:p>
            <a:r>
              <a:t>• Đọc lướt. Nhấn: chương này THỰC HÀNH nhiều hơn lý thuyết.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(1 phút)</a:t>
            </a:r>
          </a:p>
          <a:p>
            <a:r>
              <a:t>• 4 kỹ năng, mỗi kỹ năng khoảng 15 phút gồm cả thực 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NGHI THỨC (4 phút) — THỰC HÀNH NGAY</a:t>
            </a:r>
          </a:p>
          <a:p>
            <a:r>
              <a:t>• Cho cả lớp đứng dậy, quay sang bạn bên cạnh THỰC HÀNH BẮT TAY: đứng dậy, nhìn mắt, siết vừa, 2–3 giây.</a:t>
            </a:r>
          </a:p>
          <a:p>
            <a:r>
              <a:t>• Sửa lỗi tại chỗ: bắt tay hờ, bắt tay quá chặt, nhìn chỗ khác.</a:t>
            </a:r>
          </a:p>
          <a:p>
            <a:r>
              <a:t>• Danh thiếp: làm mẫu trao và nhận bằng hai tay, ĐỌC QUA rồi mới cất — nhấn: cất ngay là bất lịch sự.</a:t>
            </a:r>
          </a:p>
          <a:p>
            <a:r>
              <a:t>• Mẹo nhớ thứ tự giới thiệu: giới thiệu người ÍT quan trọng VỚI người quan trọng hơn.</a:t>
            </a:r>
          </a:p>
          <a:p/>
          <a:p>
            <a:r>
              <a:t>NÓI ĐỦ Ý (phần đã rút khỏi slide)</a:t>
            </a:r>
          </a:p>
          <a:p>
            <a:r>
              <a:t>• Chào hỏi: người nhỏ chào người lớn, nhân viên chào cấp trên trước; nói rõ tên – chức danh – đơn vị.</a:t>
            </a:r>
          </a:p>
          <a:p>
            <a:r>
              <a:t>• Bắt tay: người có vị thế cao hơn hoặc phụ nữ chủ động đưa tay trước; không bắt quá lỏng, quá chặt, quá lâu.</a:t>
            </a:r>
          </a:p>
          <a:p>
            <a:r>
              <a:t>• Danh thiếp: đừng nhét ngay vào túi quần — đó là chỗ sinh viên hay mắc nhất.</a:t>
            </a:r>
          </a:p>
          <a:p>
            <a:r>
              <a:t>• Không gian chung: thang máy, phòng họp, bàn làm việc mở — không nói to chuyện riêng.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CHUẨN BỊ THUYẾT TRÌNH (3 phút)</a:t>
            </a:r>
          </a:p>
          <a:p>
            <a:r>
              <a:t>• Nhấn bước 1: PHÂN TÍCH NGƯỜI NGHE — đa số sinh viên bỏ qua bước này.</a:t>
            </a:r>
          </a:p>
          <a:p>
            <a:r>
              <a:t>• Quy tắc slide: ÍT CHỮ NHIỀU HÌNH. Chỉ vào chính slide đang chiếu làm ví dụ.</a:t>
            </a:r>
          </a:p>
          <a:p>
            <a:r>
              <a:t>• Nhắc: bài thuyết trình nhóm cuối kỳ sẽ chấm theo đúng 5 bước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CẤU TRÚC (3 phút)</a:t>
            </a:r>
          </a:p>
          <a:p>
            <a:r>
              <a:t>• Tỷ lệ 10–15 / 70–80 / 10–15%.</a:t>
            </a:r>
          </a:p>
          <a:p>
            <a:r>
              <a:t>• Nhấn: TỐI ĐA 3 Ý CHÍNH. Nhiều hơn thì người nghe không nhớ nổi.</a:t>
            </a:r>
          </a:p>
          <a:p>
            <a:r>
              <a:t>• Mở đầu bằng câu hỏi / con số / câu chuyện — cho lớp thử nghĩ 1 câu mở đầu cho đề tài tự chọn.</a:t>
            </a:r>
          </a:p>
          <a:p/>
          <a:p>
            <a:r>
              <a:t>NÓI ĐỦ Ý (phần đã rút khỏi slide)</a:t>
            </a:r>
          </a:p>
          <a:p>
            <a:r>
              <a:t>• Mở đầu 10–15%: câu hỏi gây tò mò, con số ấn tượng, hoặc câu chuyện ngắn; giới thiệu bản thân rồi cho người nghe biết lộ trình bài nói.</a:t>
            </a:r>
          </a:p>
          <a:p>
            <a:r>
              <a:t>• Thân bài 70–80%: tối đa BA ý chính; mỗi ý có câu chuyển ý rõ ràng.</a:t>
            </a:r>
          </a:p>
          <a:p>
            <a:r>
              <a:t>• Kết luận 10–15%: đọng lại MỘT điều; chuẩn bị sẵn phần hỏi – đáp.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TRÌNH BÀY (3 phút)</a:t>
            </a:r>
          </a:p>
          <a:p>
            <a:r>
              <a:t>• Ba việc cụ thể: đứng vững hai chân, mở vai, giao tiếp mắt luân phiên khắp phòng.</a:t>
            </a:r>
          </a:p>
          <a:p>
            <a:r>
              <a:t>• Kỹ thuật dừng: DỪNG 1–2 GIÂY trước ý quan trọng — làm mẫu ngay tại chỗ cho lớp cảm nhận.</a:t>
            </a:r>
          </a:p>
          <a:p>
            <a:r>
              <a:t>• Run sợ: nói thật rằng ai cũng run; cách xử lý là chuẩn bị kỹ, đến sớm, hít thở sâu, và tập trung vào THÔNG ĐIỆP chứ không vào bản thân.</a:t>
            </a:r>
          </a:p>
          <a:p>
            <a:r>
              <a:t>• Câu hỏi khó: nghe hết → cảm ơn → trả lời ngắn; chưa chắc thì HẸN TRẢ LỜI SAU, không bịa.</a:t>
            </a:r>
          </a:p>
          <a:p/>
          <a:p>
            <a:r>
              <a:t>NÓI ĐỦ Ý (phần đã rút khỏi slide)</a:t>
            </a:r>
          </a:p>
          <a:p>
            <a:r>
              <a:t>• Ngôn ngữ cơ thể: di chuyển có chủ đích; không đút túi, không vặn bút.</a:t>
            </a:r>
          </a:p>
          <a:p>
            <a:r>
              <a:t>• Giọng nói: thay đổi cả tốc độ lẫn ngữ điệu — khoảng lặng là gia vị của bài nói.</a:t>
            </a:r>
          </a:p>
          <a:p>
            <a:r>
              <a:t>• Run sợ: run là BÌNH THƯỜNG; đến sớm làm quen không gian; tập trung vào thông điệp thay vì vào bản thân.</a:t>
            </a:r>
          </a:p>
          <a:p>
            <a:r>
              <a:t>• Câu hỏi: chưa chắc thì hẹn trả lời sau — trung thực hơn là đoán bừa.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5 MỨC ĐỘ NGHE (3 phút)</a:t>
            </a:r>
          </a:p>
          <a:p>
            <a:r>
              <a:t>• Đi từ thấp lên cao trên bậc thang.</a:t>
            </a:r>
          </a:p>
          <a:p>
            <a:r>
              <a:t>• HỎI THẲNG LỚP: "Trong 30 phút vừa rồi, các bạn đang ở mức mấy?" — cả lớp thường cười, tạo không khí.</a:t>
            </a:r>
          </a:p>
          <a:p>
            <a:r>
              <a:t>• Nhấn mức 5 NGHE THẤU CẢM: nghe được cả cảm xúc và nhu cầu đằng sau lời nói.</a:t>
            </a:r>
          </a:p>
          <a:p>
            <a:r>
              <a:t>• Kỹ thuật diễn đạt lại: "Nếu em hiểu đúng thì ý anh/chị là…" — cho lớp tập nói câu này.</a:t>
            </a:r>
          </a:p>
          <a:p/>
          <a:p>
            <a:r>
              <a:t>NÓI ĐỦ Ý (phần đã rút khỏi slide)</a:t>
            </a:r>
          </a:p>
          <a:p>
            <a:r>
              <a:t>• Lắng nghe chủ động đủ ý: tập trung toàn bộ vào người nói • không ngắt lời, không vội phán xét • ghi chú ý chính • phản hồi bằng ánh mắt, gật đầu • diễn đạt lại để xác nhận: “Nếu em hiểu đúng thì ý anh/chị là…”.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ĐẶT CÂU HỎI (3 phút)</a:t>
            </a:r>
          </a:p>
          <a:p>
            <a:r>
              <a:t>• Phân biệt câu hỏi ĐÓNG (chốt thông tin) và MỞ (khám phá nhu cầu).</a:t>
            </a:r>
          </a:p>
          <a:p>
            <a:r>
              <a:t>• Nhấn: bán hàng giỏi là HỎI giỏi, không phải NÓI giỏi.</a:t>
            </a:r>
          </a:p>
          <a:p>
            <a:r>
              <a:t>• Lỗi phải tránh: hỏi dồn nhiều câu một lúc; hỏi mớm cung; hỏi xong không chờ mà nói tiếp.</a:t>
            </a:r>
          </a:p>
          <a:p>
            <a:r>
              <a:t>• LUẬT VÀNG: hỏi xong thì IM LẶNG chờ câu trả lời.</a:t>
            </a:r>
          </a:p>
          <a:p/>
          <a:p>
            <a:r>
              <a:t>NÓI ĐỦ Ý (phần đã rút khỏi slide)</a:t>
            </a:r>
          </a:p>
          <a:p>
            <a:r>
              <a:t>• Câu hỏi đóng, ví dụ: “Anh đã nhận được báo giá chưa?”</a:t>
            </a:r>
          </a:p>
          <a:p>
            <a:r>
              <a:t>• Câu hỏi mở khơi người đối diện chia sẻ.</a:t>
            </a:r>
          </a:p>
          <a:p>
            <a:r>
              <a:t>• Thăm dò – đào sâu: “Cụ thể là…?”, “Anh có thể cho ví dụ?”</a:t>
            </a:r>
          </a:p>
          <a:p>
            <a:r>
              <a:t>• Lưu ý: tránh câu hỏi dồn ép, mớm cung; hỏi xong đừng tự trả lời thay.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ĐIỆN THOẠI — GỌI ĐI (3 phút)</a:t>
            </a:r>
          </a:p>
          <a:p>
            <a:r>
              <a:t>• 4 bước, nhấn bước 1 CHUẨN BỊ TRƯỚC: mục đích, nội dung, giấy bút, chọn thời điểm.</a:t>
            </a:r>
          </a:p>
          <a:p>
            <a:r>
              <a:t>• Làm mẫu câu mở đầu chuẩn: "Dạ em chào anh, em là… gọi từ công ty… Không biết bây giờ anh có tiện nghe máy khoảng 5 phút không ạ?"</a:t>
            </a:r>
          </a:p>
          <a:p>
            <a:r>
              <a:t>• Kết thúc: TÓM TẮT LẠI thời gian, địa điểm, việc cần làm trước khi cúp máy.</a:t>
            </a:r>
          </a:p>
          <a:p/>
          <a:p>
            <a:r>
              <a:t>NÓI ĐỦ Ý (phần đã rút khỏi slide)</a:t>
            </a:r>
          </a:p>
          <a:p>
            <a:r>
              <a:t>• Chuẩn bị: tránh gọi sớm quá, muộn quá, hoặc giờ nghỉ trưa.</a:t>
            </a:r>
          </a:p>
          <a:p>
            <a:r>
              <a:t>• Mở đầu mẫu: “Em chào anh, em là… từ công ty… Anh có tiện nghe máy 5 phút không ạ?”</a:t>
            </a:r>
          </a:p>
          <a:p>
            <a:r>
              <a:t>• Trình bày: nói rõ ràng; tóm tắt lại thỏa thuận gồm thời gian, địa điểm, việc cần làm.</a:t>
            </a:r>
          </a:p>
          <a:p>
            <a:r>
              <a:t>• Kết thúc: để người có vị thế cao hơn hoặc khách hàng gác máy trước.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ĐIỆN THOẠI — NGHE MÁY (3 phút)</a:t>
            </a:r>
          </a:p>
          <a:p>
            <a:r>
              <a:t>• Nhấc trong 3 hồi chuông; chào và XƯNG DANH ĐƠN VỊ.</a:t>
            </a:r>
          </a:p>
          <a:p>
            <a:r>
              <a:t>• Mẹo: MỈM CƯỜI khi nói — người nghe cảm nhận được qua giọng.</a:t>
            </a:r>
          </a:p>
          <a:p>
            <a:r>
              <a:t>• Ghi lời nhắn đủ 4 thông tin: ai gọi – việc gì – số liên lạc – hẹn phản hồi khi nào.</a:t>
            </a:r>
          </a:p>
          <a:p>
            <a:r>
              <a:t>• Văn hóa công sở: không nghe điện riêng khi đang tiếp khách hoặc đang họp.</a:t>
            </a:r>
          </a:p>
          <a:p/>
          <a:p>
            <a:r>
              <a:t>NÓI ĐỦ Ý (phần đã rút khỏi slide)</a:t>
            </a:r>
          </a:p>
          <a:p>
            <a:r>
              <a:t>• Giọng tươi — người gọi “nghe thấy” nụ cười của bạn; ghi chú và NHẮC LẠI lời nhắn.</a:t>
            </a:r>
          </a:p>
          <a:p>
            <a:r>
              <a:t>• Lời nhắn phải chuyển đầy đủ và đúng hạn.</a:t>
            </a:r>
          </a:p>
          <a:p>
            <a:r>
              <a:t>• Nhắn tin / Zalo công việc cũng cần đúng chuẩn mực như email.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THỰC HÀNH (15 phút)</a:t>
            </a:r>
          </a:p>
          <a:p>
            <a:r>
              <a:t>• Chia cặp, mỗi cặp bốc một tình huống.</a:t>
            </a:r>
          </a:p>
          <a:p>
            <a:r>
              <a:t>• 5 phút chuẩn bị, mỗi cặp diễn 2 phút trước lớp, cả lớp nhận xét theo tiêu chí đã học.</a:t>
            </a:r>
          </a:p>
          <a:p>
            <a:r>
              <a:t>• Cô quan sát và ghi lại 2–3 lỗi phổ biến để chốt cuối buổi.</a:t>
            </a:r>
          </a:p>
          <a:p>
            <a:r>
              <a:t>• Khen công khai bạn làm tốt; góp ý chung cho cả lớp, không nêu tên bạn làm chưa tốt.</a:t>
            </a:r>
          </a:p>
          <a:p/>
          <a:p>
            <a:r>
              <a:t>NÓI ĐỦ Ý (phần đã rút khỏi slide)</a:t>
            </a:r>
          </a:p>
          <a:p>
            <a:r>
              <a:t>• Tình huống (a): gọi điện lần đầu cho khách hàng tiềm năng để hẹn gặp giới thiệu sản phẩm.</a:t>
            </a:r>
          </a:p>
          <a:p>
            <a:r>
              <a:t>• Tình huống (b): gọi điện xử lý việc giao hàng trễ cho khách đang khó chịu.</a:t>
            </a:r>
          </a:p>
          <a:p>
            <a:r>
              <a:t>• Đóng vai: một bạn vai nhân viên, một bạn vai khách hàng.</a:t>
            </a:r>
          </a:p>
          <a:p>
            <a:r>
              <a:t>• Thuyết trình: chủ đề đã chuẩn bị ở nhà; lớp nhận xét cả ngôn ngữ cơ thể.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Nhắc lại quy tắc 4×20 và 5 mức lắng nghe — gọi sinh viên nhắc.</a:t>
            </a:r>
          </a:p>
          <a:p>
            <a:r>
              <a:t>• Giao việc: 40 câu trắc nghiệm Chương 2; chuẩn bị đề tài thuyết trình nhóm.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ÔN TẬP (1 phút) — sinh viên tự làm ở nhà.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 — nhắc đọc trước phần giao tiếp nội bộ cho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QUY TẮC 4×20 (2 phút)</a:t>
            </a:r>
          </a:p>
          <a:p>
            <a:r>
              <a:t>• Slide này để sinh viên CHỤP LẠI.</a:t>
            </a:r>
          </a:p>
          <a:p>
            <a:r>
              <a:t>• Đọc từng con số, mỗi con số cho một ví dụ 1 câu.</a:t>
            </a:r>
          </a:p>
          <a:p>
            <a:r>
              <a:t>• Hỏi: "Trong 4 cửa ải này, bạn tự tin nhất và yếu nhất ở đâu?"''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QUY TẮC 4×20 (4 phút)</a:t>
            </a:r>
          </a:p>
          <a:p>
            <a:r>
              <a:t>• Hỏi trước khi giảng: "Theo bạn, người ta mất bao lâu để hình thành ấn tượng về mình?"</a:t>
            </a:r>
          </a:p>
          <a:p>
            <a:r>
              <a:t>• Đi qua 4 con số 20, mỗi con số cho một ví dụ ngắn.</a:t>
            </a:r>
          </a:p>
          <a:p>
            <a:r>
              <a:t>• DIỄN THỬ: cô bước vào lớp hai lần — lần cúi mặt bước nhanh, lần ngẩng cao vai mở mỉm cười. Hỏi lớp thấy khác gì.</a:t>
            </a:r>
          </a:p>
          <a:p>
            <a:r>
              <a:t>• CHỐT: ấn tượng ban đầu ĐƯỢC CHUẨN BỊ, không phải may mắn.</a:t>
            </a:r>
          </a:p>
          <a:p/>
          <a:p>
            <a:r>
              <a:t>NÓI ĐỦ Ý (phần đã rút khỏi slide)</a:t>
            </a:r>
          </a:p>
          <a:p>
            <a:r>
              <a:t>• Vài giây đầu: não bộ hình thành đánh giá gần như tức thì từ ngoại hình, thần thái, cách chào — và ấn tượng đầu rất khó đảo ngược về sau.</a:t>
            </a:r>
          </a:p>
          <a:p>
            <a:r>
              <a:t>• Quy tắc 4×20 đầy đủ: 20 giây đầu tiên • 20 bước chân đầu tiên • 20 cm gương mặt (ánh mắt, nụ cười) • 20 từ đầu tiên — chuẩn bị kỹ cả bốn.</a:t>
            </a:r>
          </a:p>
          <a:p>
            <a:r>
              <a:t>• Ba trụ cột: trang phục phù hợp bối cảnh VÀ vị trí; thần thái tự tin, thân thiện; lời chào – giới thiệu rõ ràng, đúng nghi thức.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nhắc bài thuyết trình nhóm cuối kỳ chấm theo phần này.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communication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skills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skills you will use every working day: making an impression, presenting, listening, and the telephone.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Thuy Huong, Lecturer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Communication and Document Drafting Skills (2:1)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Do Thuy Huong, 2026 — Prepared for in-person teaching. Please credit the source.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end of this chapter, students can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professional first impression, and observe workplace etiquette correctly.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and deliver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talk, and deliver it confidently to an audience.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Practise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listening and effective questioning in work conversations.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by telephone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professional standards, both making and answering calls.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go through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impressions and etiquette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skills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Listening and questioning skills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Telephone skills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AC4D33"/>
                </a:solidFill>
                <a:latin typeface="Cambria"/>
              </a:rPr>
              <a:t>First impressions and etiquette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The first twenty seconds settle most of how someone will see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first impression — you only get one</a:t>
            </a:r>
            <a:endParaRPr lang="en-US" sz="2700" dirty="0"/>
          </a:p>
        </p:txBody>
      </p:sp>
      <p:pic>
        <p:nvPicPr>
          <p:cNvPr id="9" name="Picture 8" descr="c2-quy-tac-4x20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2034462"/>
            <a:ext cx="11247120" cy="360289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THE NUMBER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The 4 × 20 rule — four gates a first impression passes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20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SECONDS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The other person forms an overall judgement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2706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20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PACES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Your walk and posture are read from a distance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2492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20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CENTIMETRES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The eyes and the smile on your 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82278" y="1783080"/>
            <a:ext cx="2622042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20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WORDS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Your greeting and first introduction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A first impression forms almost instantly and is very hard to reverse — it must be PREPARED, not left to luck.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etiquette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 and introducing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junior greets first; introduce the less senior to the more senior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handshake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up, meet the eyes, firm grip for 2–3 seconds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and receiving a card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hands, text facing them; read it before putting it away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spaces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quiet, give way, knock before entering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Presentation 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From preparation to delivery: how to make the audience remember your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Presenting: five steps of preparation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THE AUDIENCE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0020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OBJECTIVE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0020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CONTENT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0020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THE SLIDES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0020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0020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REHEARSE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06040"/>
            <a:ext cx="2152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are they, what do they care about, what do they expect?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06040"/>
            <a:ext cx="2152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talk, what should they know / believe / do?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06040"/>
            <a:ext cx="2152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3 main points, with evidence and examples.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06040"/>
            <a:ext cx="2152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words, more pictures; slides support the speaker, they don't replace them.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06040"/>
            <a:ext cx="215249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it out loud, time it, prepare for the hard questions.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502920" y="5212080"/>
            <a:ext cx="11201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minute of talk takes about an hour of preparation on a new topic — rehearsal is the thing an audience “sees” most clearly.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structure of a talk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(10–15%) — win their attention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curious question, a number, a short story — then give them the map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(70–80%) — three main points at most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point: claim → evidence → example; put the strongest first or last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(10–15%) — leave them with one thing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 the three points, press the message, ask for a specific action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Delivering with confidence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language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firm, shoulders open, eyes moving round the room; hands natural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Loud and clear, vary the pace; pause 1–2 seconds before a key point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past the nerves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well • arrive early • breathe deeply • think about the message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questions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 it out, thank them, answer briefly; unsure — promise an answer later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SECTIONS 2.3 – 2.4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AC4D33"/>
                </a:solidFill>
                <a:latin typeface="Cambria"/>
              </a:rPr>
              <a:t>Listening, questioning, and the telephone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The two least-taught skills, and the two that decide most of daily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Do Thuy Huong, Lecturer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Hearing is not listening: five levels</a:t>
            </a:r>
            <a:endParaRPr lang="en-US" sz="2700" dirty="0"/>
          </a:p>
        </p:txBody>
      </p:sp>
      <p:pic>
        <p:nvPicPr>
          <p:cNvPr id="9" name="Picture 8" descr="c2-5-muc-lang-nghe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787325"/>
            <a:ext cx="11247120" cy="409716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Questioning skills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question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/ No or a single fact — to confirm and to settle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• How • What — to uncover what they need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Probing question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“Specifically…?” — to sharpen a vague answer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ask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question at a time; ask, then wait in silence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telephone: making a professional call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dial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content, pen and paper; pick a sensible hour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328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32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97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correctly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greet, give your name and organisation, ask for five minutes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930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198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brief, check understanding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to the point; read back the time, the place, the action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531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53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799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politely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them, say goodbye; let the client hang up first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Answering calls, and phone manners at work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up within ~3 rings; greet and give your name; write the message down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person is away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who called – about what – contact number – when you'll reply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Mobiles at work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in meetings; no personal calls while with a client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WORK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Practising two skills in class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DOUBLE TASK (groups of 4–5, 25 minutes to prepare and perform)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lot: (a) call to arrange a meeting with a prospect, or (b) call to handle a late delivery.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GROUP'S TASK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Role-play a 3-minute call; the class marks it against the checklist in 2.4.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group gives a 3-minute talk; the class comments on opening – body – close.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group names three things it would do differently next time.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remember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impression is prepared, not lucky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Dress, bearing, greeting, etiquette — every one of them can be rehearsed.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good talk starts with the audience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→ objective → three points → rehearsal; talk to the room, not to the slide.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Listening and questioning are the best “selling” skills there are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need first, present second; the telephone is a company's face in sound.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PREPARATION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questions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4×20 rule and how to apply it in a job interview.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detailed structure for a 5-minute talk introducing a product of your choice.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the five levels of listening; give a work example of empathetic listening.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script of a call arranging a client meeting, following the four standard steps.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PREPARING FOR THE NEXT SESSION: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 – Communication in specific situations. Each group brings a real awkward workplace situation (kept anonymous) for discussion.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Do Thuy Huong, Lecturer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Nam Khanh Giao (2023), Business Communication,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reading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 Tri Dung (2012), Communication and Negotiation Skills in Business, Labour – Social Publishing House.  •  Decree 30/2020/ND-CP on records management (used in Chapter 5 and the lab sessions).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cases and exercises written by Do Thuy Huong; posted to the class group after each session.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2026-08-23T05:42:54Z</dcterms:created>
  <dcterms:modified xsi:type="dcterms:W3CDTF">2026-08-23T05:42:54Z</dcterms:modified>
</cp:coreProperties>
</file>