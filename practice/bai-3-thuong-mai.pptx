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thương mại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tín, báo giá và hợp đồng — bộ hồ sơ đưa một thương vụ đi từ chào hàng đến thanh lý.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thư tín thương mại đạt nguyên tắc 5C cho các tình huống giao dịch phổ biến.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1272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305409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6360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56285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hợp đồng mua bán kèm biên bản nghiệm thu và thanh lý hợp đồng.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thư tín thương mại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1272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305409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giá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6360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56285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hợp đồng, biên bản nghiệm thu và thanh lý hợp đồng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THEO CẶP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và nhận xét thư, báo giá, hợp đồng mẫu.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điều khoản rủi ro và cách diễn đạt.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bạn đóng vai bên mua – bên bán, soạn hồ sơ đối ứng.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sơ, tìm điểm bất lợi cho phía mình.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sửa và nộp bộ hồ sơ hoàn chỉnh.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tín thương mại — viết sao cho đúng và khéo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 chuẩn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thư/subject → lời chào → đoạn mở (lý do viết thư) → đoạn nội dung (thông tin, đề nghị cụ thể) → đoạn kết (mong muốn, lời cảm ơn) → chữ ký đầy đủ chức danh, đơn vị, liên hệ.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5C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Clear: mỗi đoạn một ý • Concise: bỏ câu thừa, không vòng vo • Correct: đúng tên, chức danh, số liệu • Complete: đủ thông tin để bên kia hành động • Courteous: lịch sự cả khi khiếu nại.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chung chung (“Thư ngỏ”) • viết hoa cả câu để nhấn mạnh • dùng emoji, viết tắt kiểu chat • quên đính kèm tài liệu đã nhắc trong thư • đòi hỏi mà không nêu thời hạn.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giá — bảng nội dung bắt buộc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đầu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doanh nghiệp (tên, địa chỉ, MST, liên hệ); kính gửi khách hàng; số báo giá và ngày lập.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hàng hóa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• tên hàng, quy cách/model • đơn vị tính • số lượng • đơn giá • thành tiền • thuế GTGT • tổng cộng (ghi bằng số và bằng chữ).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 thương mại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giao hàng • địa điểm giao • phương thức và tiến độ thanh toán • bảo hành • chiết khấu (nếu có).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lực và ký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hiệu lực báo giá (ví dụ 15 ngày kể từ ngày lập); người lập và người có thẩm quyền ký, đóng dấu.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— các điều khoản phải có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Nghiệm thu và thanh lý hợp đồng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nghiệm thu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hợp đồng số… ; thành phần hai bên; nội dung nghiệm thu (chủng loại, số lượng, chất lượng thực nhận so với hợp đồng); kết luận đạt/không đạt; chữ ký hai bên.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thanh lý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hai bên đã hoàn thành nghĩa vụ; đối chiếu giá trị đã thanh toán và còn lại; xác nhận chấm dứt hiệu lực hợp đồng; cam kết không khiếu nại về sau.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không ghi rõ số hợp đồng • thiếu điều khoản phạt vi phạm • giá trị bằng số và bằng chữ không khớp • thanh lý khi chưa đối chiếu công nợ.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3 (làm theo cặp — bên mua và bên bán)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chính thương vụ mua 20 máy tính đã đàm phán ở Chương 4, mỗi cặp hoàn thiện bộ hồ sơ thương mại đầy đủ cho thương vụ của mình.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bán soạn: thư chào hàng +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bên cùng dự thảo hợp đồng mua bán đủ các điều khoản cơ bản, kèm biên bản nghiệm thu và biên bản thanh lý.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 với cặp khác, chỉ ra ít nhất 3 điểm bất lợi hoặc thiếu sót; chỉnh sửa và nộp bộ hồ sơ hoàn chỉnh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2026-08-18T12:04:05Z</dcterms:created>
  <dcterms:modified xsi:type="dcterms:W3CDTF">2026-08-18T12:04:05Z</dcterms:modified>
</cp:coreProperties>
</file>