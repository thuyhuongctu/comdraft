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chuẩn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thư/subject → lời chào → đoạn mở (lý do viết thư) → đoạn nội dung (thông tin, đề nghị cụ thể) → đoạn kết (mong muốn, lời cảm ơn) → chữ ký đầy đủ chức danh, đơn vị, liên hệ.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5C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Clear: mỗi đoạn một ý • Concise: bỏ câu thừa, không vòng vo • Correct: đúng tên, chức danh, số liệu • Complete: đủ thông tin để bên kia hành động • Courteous: lịch sự cả khi khiếu nại.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chung chung (“Thư ngỏ”) • viết hoa cả câu để nhấn mạnh • dùng emoji, viết tắt kiểu chat • quên đính kèm tài liệu đã nhắc trong thư • đòi hỏi mà không nêu thời hạn.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