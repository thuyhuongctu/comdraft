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LÀM BÀI (30 phút)</a:t>
            </a:r>
          </a:p>
          <a:p>
            <a:r>
              <a:t>• Mỗi cặp làm bộ hồ sơ; nhắc dùng lại tình huống của chính nhóm mình từ Chương 4.</a:t>
            </a:r>
          </a:p>
          <a:p>
            <a:r>
              <a:t>• 20 phút soạn, 10 phút đổi hồ sơ với cặp khác và tìm lỗi.</a:t>
            </a:r>
          </a:p>
          <a:p>
            <a:r>
              <a:t>• Yêu cầu mỗi cặp ghi ra 3 điểm bất lợi phát hiện được — đây là phần cô đánh giá tư duy.</a:t>
            </a:r>
          </a:p>
          <a:p>
            <a:r>
              <a:t>• Chốt học phần: nhắc sinh viên lịch thi và phạm vi ôn tập.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Đây chính là bố cục sinh viên phải gõ ra Word trong bài nộp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2026-08-23T10:31:57Z</dcterms:created>
  <dcterms:modified xsi:type="dcterms:W3CDTF">2026-08-23T10:31:57Z</dcterms:modified>
</cp:coreProperties>
</file>