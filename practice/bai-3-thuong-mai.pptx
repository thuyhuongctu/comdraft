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2, nêu lỗi phổ biến.</a:t>
            </a:r>
          </a:p>
          <a:p>
            <a:r>
              <a:t>• Chia cặp mua – bán ngay đầu buổi để cả buổi làm việc theo cặp.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3 mục tiêu; nhấn sản phẩm cuối là BỘ HỒ SƠ hoàn chỉnh.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thư tín, báo giá, hợp đồng và hai biên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ĐỔI HỒ SƠ giữa các cặp để tìm điểm bất lợi.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 TÍN (10 phút)</a:t>
            </a:r>
          </a:p>
          <a:p>
            <a:r>
              <a:t>• Chiếu 1 thư viết kém và 1 thư viết tốt, cho lớp so sánh theo 5C.</a:t>
            </a:r>
          </a:p>
          <a:p>
            <a:r>
              <a:t>• Nhấn lỗi email của sinh viên: tiêu đề "Thư ngỏ", viết hoa cả câu, dùng emoji, quên đính kèm.</a:t>
            </a:r>
          </a:p>
          <a:p>
            <a:r>
              <a:t>• Cho mỗi cặp viết TIÊU ĐỀ và 2 câu mở đầu thư chào hàng, đọc vài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BÁO GIÁ (10 phút)</a:t>
            </a:r>
          </a:p>
          <a:p>
            <a:r>
              <a:t>• Mở file Excel/Word mẫu, chỉ từng cột của bảng hàng hóa.</a:t>
            </a:r>
          </a:p>
          <a:p>
            <a:r>
              <a:t>• Nhấn: tổng tiền ghi CẢ BẰNG SỐ VÀ BẰNG CHỮ, hai giá trị phải khớp.</a:t>
            </a:r>
          </a:p>
          <a:p>
            <a:r>
              <a:t>• Nhấn mạnh THỜI HẠN HIỆU LỰC — hỏi lớp hậu quả nếu quên.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HỢP ĐỒNG (12 phút)</a:t>
            </a:r>
          </a:p>
          <a:p>
            <a:r>
              <a:t>• Đi 7 điều khoản, mỗi điều một lưu ý rủi ro.</a:t>
            </a:r>
          </a:p>
          <a:p>
            <a:r>
              <a:t>• Điều phạt vi phạm: nói mức phạt theo Luật Thương mại và vì sao cần ghi rõ.</a:t>
            </a:r>
          </a:p>
          <a:p>
            <a:r>
              <a:t>• Cho lớp thảo luận nhanh: điều khoản nào có lợi cho bên mua, điều nào có lợi cho bên bán.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NGHIỆM THU – THANH LÝ (8 phút)</a:t>
            </a:r>
          </a:p>
          <a:p>
            <a:r>
              <a:t>• Nhấn: biên bản nghiệm thu phải GHI RÕ SỐ HỢP ĐỒNG.</a:t>
            </a:r>
          </a:p>
          <a:p>
            <a:r>
              <a:t>• Thanh lý chỉ ký sau khi ĐỐI CHIẾU CÔNG NỢ xong.</a:t>
            </a:r>
          </a:p>
          <a:p>
            <a:r>
              <a:t>• Hỏi lớp: nếu hàng thiếu 2 chiếc thì ghi gì vào biên bản nghiệm thu?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lại; nói rõ bài này tính vào điểm quá trình.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HỌC PHẦN (2 phút)</a:t>
            </a:r>
          </a:p>
          <a:p>
            <a:r>
              <a:t>• Cảm ơn lớp, nhắc lịch thi và cấu trúc đề.</a:t>
            </a:r>
          </a:p>
          <a:p>
            <a:r>
              <a:t>• Nhắc: 200 câu trắc nghiệm và 8 video ôn tập đã có trên nhóm lớp.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thương mại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 tín, báo giá và hợp đồng — bộ hồ sơ đưa một thương vụ đi từ chào hàng đến thanh lý.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3 — 0/9/18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thư tín thương mại đạt nguyên tắc 5C cho các tình huống giao dịch phổ biến.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hợp đồng mua bán kèm biên bản nghiệm thu và thanh lý hợp đồng.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thư tín thương mại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báo giá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hợp đồng, biên bản nghiệm thu và thanh lý hợp đồng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THEO CẶP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TRAO ĐỔI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và nhận xét thư, báo giá, hợp đồng mẫu.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điều khoản rủi ro và cách diễn đạt.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bạn đóng vai bên mua – bên bán, soạn hồ sơ đối ứng.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sơ, tìm điểm bất lợi cho phía mình.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sửa và nộp bộ hồ sơ hoàn chỉnh.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 tín thương mại — viết sao cho đúng và khéo</a:t>
            </a:r>
            <a:endParaRPr lang="en-US" sz="2700" dirty="0"/>
          </a:p>
        </p:txBody>
      </p:sp>
      <p:pic>
        <p:nvPicPr>
          <p:cNvPr id="9" name="Picture 8" descr="th3-thu-tin-thuong-mai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921" y="1713396"/>
            <a:ext cx="10521852" cy="42450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03157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Đây chính là bố cục sinh viên phải gõ ra Word trong bài nộp số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giá — bảng nội dung bắt buộc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đầu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doanh nghiệp (tên, địa chỉ, MST, liên hệ); kính gửi khách hàng; số báo giá và ngày lập.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hàng hóa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• tên hàng, quy cách/model • đơn vị tính • số lượng • đơn giá • thành tiền • thuế GTGT • tổng cộng (ghi bằng số và bằng chữ).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kiện thương mại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giao hàng • địa điểm giao • phương thức và tiến độ thanh toán • bảo hành • chiết khấu (nếu có).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lực và ký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hạn hiệu lực báo giá (ví dụ 15 ngày kể từ ngày lập); người lập và người có thẩm quyền ký, đóng dấu.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Hợp đồng — các điều khoản phải có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2219134"/>
            <a:ext cx="11247120" cy="32335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Nghiệm thu và thanh lý hợp đồng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nghiệm thu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Căn cứ hợp đồng số… ; thành phần hai bên; nội dung nghiệm thu (chủng loại, số lượng, chất lượng thực nhận so với hợp đồng); kết luận đạt/không đạt; chữ ký hai bên.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thanh lý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hai bên đã hoàn thành nghĩa vụ; đối chiếu giá trị đã thanh toán và còn lại; xác nhận chấm dứt hiệu lực hợp đồng; cam kết không khiếu nại về sau.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Nghiệm thu không ghi rõ số hợp đồng • thiếu điều khoản phạt vi phạm • giá trị bằng số và bằng chữ không khớp • thanh lý khi chưa đối chiếu công nợ.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3 (làm theo cặp — bên mua và bên bán)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chính thương vụ mua 20 máy tính đã đàm phán ở Chương 4, mỗi cặp hoàn thiện bộ hồ sơ thương mại đầy đủ cho thương vụ của mình.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Bên bán soạn: thư chào hàng +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bên cùng dự thảo hợp đồng mua bán đủ các điều khoản cơ bản, kèm biên bản nghiệm thu và biên bản thanh lý.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 với cặp khác, chỉ ra ít nhất 3 điểm bất lợi hoặc thiếu sót; chỉnh sửa và nộp bộ hồ sơ hoàn chỉnh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2026-08-23T05:36:02Z</dcterms:created>
  <dcterms:modified xsi:type="dcterms:W3CDTF">2026-08-23T05:36:02Z</dcterms:modified>
</cp:coreProperties>
</file>