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(3 phút)</a:t>
            </a:r>
          </a:p>
          <a:p>
            <a:r>
              <a:t>• Trả bài số 2, nêu lỗi phổ biến.</a:t>
            </a:r>
          </a:p>
          <a:p>
            <a:r>
              <a:t>• Chia cặp mua – bán ngay đầu buổi để cả buổi làm việc theo cặp.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(2 phút) — 3 mục tiêu; nhấn sản phẩm cuối là BỘ HỒ SƠ hoàn chỉnh.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NỘI DUNG (1 phút) — thư tín, báo giá, hợp đồng và hai biên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(2 phút) — nhấn bước ĐỔI HỒ SƠ giữa các cặp để tìm điểm bất lợi.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THƯ TÍN (10 phút)</a:t>
            </a:r>
          </a:p>
          <a:p>
            <a:r>
              <a:t>• Chiếu 1 thư viết kém và 1 thư viết tốt, cho lớp so sánh theo 5C.</a:t>
            </a:r>
          </a:p>
          <a:p>
            <a:r>
              <a:t>• Nhấn lỗi email của sinh viên: tiêu đề "Thư ngỏ", viết hoa cả câu, dùng emoji, quên đính kèm.</a:t>
            </a:r>
          </a:p>
          <a:p>
            <a:r>
              <a:t>• Cho mỗi cặp viết TIÊU ĐỀ và 2 câu mở đầu thư chào hàng, đọc vài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BÁO GIÁ (10 phút)</a:t>
            </a:r>
          </a:p>
          <a:p>
            <a:r>
              <a:t>• Mở file Excel/Word mẫu, chỉ từng cột của bảng hàng hóa.</a:t>
            </a:r>
          </a:p>
          <a:p>
            <a:r>
              <a:t>• Nhấn: tổng tiền ghi CẢ BẰNG SỐ VÀ BẰNG CHỮ, hai giá trị phải khớp.</a:t>
            </a:r>
          </a:p>
          <a:p>
            <a:r>
              <a:t>• Nhấn mạnh THỜI HẠN HIỆU LỰC — hỏi lớp hậu quả nếu quên.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HỢP ĐỒNG (12 phút)</a:t>
            </a:r>
          </a:p>
          <a:p>
            <a:r>
              <a:t>• Đi 7 điều khoản, mỗi điều một lưu ý rủi ro.</a:t>
            </a:r>
          </a:p>
          <a:p>
            <a:r>
              <a:t>• Điều phạt vi phạm: nói mức phạt theo Luật Thương mại và vì sao cần ghi rõ.</a:t>
            </a:r>
          </a:p>
          <a:p>
            <a:r>
              <a:t>• Cho lớp thảo luận nhanh: điều khoản nào có lợi cho bên mua, điều nào có lợi cho bên bán.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NGHIỆM THU – THANH LÝ (8 phút)</a:t>
            </a:r>
          </a:p>
          <a:p>
            <a:r>
              <a:t>• Nhấn: biên bản nghiệm thu phải GHI RÕ SỐ HỢP ĐỒNG.</a:t>
            </a:r>
          </a:p>
          <a:p>
            <a:r>
              <a:t>• Thanh lý chỉ ký sau khi ĐỐI CHIẾU CÔNG NỢ xong.</a:t>
            </a:r>
          </a:p>
          <a:p>
            <a:r>
              <a:t>• Hỏi lớp: nếu hàng thiếu 2 chiếc thì ghi gì vào biên bản nghiệm thu?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TIÊU CHÍ CHẤM (2 phút) — nhắc lại; nói rõ bài này tính vào điểm quá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THÚC HỌC PHẦN (2 phút)</a:t>
            </a:r>
          </a:p>
          <a:p>
            <a:r>
              <a:t>• Cảm ơn lớp, nhắc lịch thi và cấu trúc đề.</a:t>
            </a:r>
          </a:p>
          <a:p>
            <a:r>
              <a:t>• Nhắc: 200 câu trắc nghiệm và 8 video ôn tập đã có trên nhóm lớp.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• BÀI 3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Soạn thảo văn bản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thương mại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tín, báo giá và hợp đồng — bộ hồ sơ đưa một thương vụ đi từ chào hàng đến thanh lý.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GV.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thực hành  •  Phòng A0105 – Mô phỏng Kinh tế  •  Lớp 261b, HK1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Bài giảng biên soạn cho lớp giảng dạy trực tiếp. Vui lòng ghi nguồn khi sử dụng.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BUỔI THỰC HÀNH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3 — 0/9/18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thư tín thương mại đạt nguyên tắc 5C cho các tình huống giao dịch phổ biến.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bản báo giá đầy đủ điều kiện thương mại và thời hạn hiệu lực.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thảo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hợp đồng mua bán kèm biên bản nghiệm thu và thanh lý hợp đồng.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thư tín thương mại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báo giá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hợp đồng, biên bản nghiệm thu và thanh lý hợp đồng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làm việc trong buổi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MẪU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HƯỚNG DẪN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THEO CẶP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CHÉO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và nhận xét thư, báo giá, hợp đồng mẫu.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điều khoản rủi ro và cách diễn đạt.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bạn đóng vai bên mua – bên bán, soạn hồ sơ đối ứng.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hồ sơ, tìm điểm bất lợi cho phía mình.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và nộp bộ hồ sơ hoàn chỉnh.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 tín thương mại — viết sao cho đúng và khéo</a:t>
            </a:r>
            <a:endParaRPr lang="en-US" sz="2700" dirty="0"/>
          </a:p>
        </p:txBody>
      </p:sp>
      <p:pic>
        <p:nvPicPr>
          <p:cNvPr id="9" name="Picture 8" descr="th3-thu-tin-thuong-mai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21" y="1713396"/>
            <a:ext cx="10521852" cy="4245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157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Đây chính là bố cục sinh viên phải gõ ra Word trong bài nộp số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giá — bảng nội dung bắt buộc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đầu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doanh nghiệp (tên, địa chỉ, MST, liên hệ); kính gửi khách hàng; số báo giá và ngày lập.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hàng hóa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• tên hàng, quy cách/model • đơn vị tính • số lượng • đơn giá • thành tiền • thuế GTGT • tổng cộng (ghi bằng số và bằng chữ).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thương mại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giao hàng • địa điểm giao • phương thức và tiến độ thanh toán • bảo hành • chiết khấu (nếu có).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lực và ký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hạn hiệu lực báo giá (ví dụ 15 ngày kể từ ngày lập); người lập và người có thẩm quyền ký, đóng dấu.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 đồng — các điều khoản phải có</a:t>
            </a:r>
            <a:endParaRPr lang="en-US" sz="2700" dirty="0"/>
          </a:p>
        </p:txBody>
      </p:sp>
      <p:pic>
        <p:nvPicPr>
          <p:cNvPr id="9" name="Picture 8" descr="c5-chuoi-va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2219134"/>
            <a:ext cx="11247120" cy="3233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Nghiệm thu và thanh lý hợp đồng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nghiệm thu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cứ hợp đồng số… ; thành phần hai bên; nội dung nghiệm thu (chủng loại, số lượng, chất lượng thực nhận so với hợp đồng); kết luận đạt/không đạt; chữ ký hai bên.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thanh lý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hai bên đã hoàn thành nghĩa vụ; đối chiếu giá trị đã thanh toán và còn lại; xác nhận chấm dứt hiệu lực hợp đồng; cam kết không khiếu nại về sau.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không ghi rõ số hợp đồng • thiếu điều khoản phạt vi phạm • giá trị bằng số và bằng chữ không khớp • thanh lý khi chưa đối chiếu công nợ.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nộp của buổi thực hành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NỘP SỐ 3 (làm theo cặp — bên mua và bên bán)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chính thương vụ mua 20 máy tính đã đàm phán ở Chương 4, mỗi cặp hoàn thiện bộ hồ sơ thương mại đầy đủ cho thương vụ của mình.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CỦA NHÓM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bán soạn: thư chào hàng + bản báo giá đầy đủ điều kiện thương mại và thời hạn hiệu lực.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bên cùng dự thảo hợp đồng mua bán đủ các điều khoản cơ bản, kèm biên bản nghiệm thu và biên bản thanh lý.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hồ sơ với cặp khác, chỉ ra ít nhất 3 điểm bất lợi hoặc thiếu sót; chỉnh sửa và nộp bộ hồ sơ hoàn chỉnh trong 1 tuần.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của các bạn được chấm thế nào?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thể thức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9 thành phần theo NĐ 30/2020; khổ A4, lề đúng quy định, Times New Roman cỡ 13 – 14, số trang đúng vị trí.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02864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57728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nội dung và bố cục loại văn bản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phù hợp tình huống được giao; bố cục đúng đặc trưng của loại văn bản; văn phong hành chính, không lỗi chính tả.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42688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97552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và chỉnh sửa theo phản hồi (20%)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thời hạn quy định; tiếp thu góp ý của giảng viên và nộp lại bản hoàn thiện.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– Bài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học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chính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Giáo trình Giao tiếp kinh doanh, NXB Tài chính.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pháp lý bắt buộc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30/2020/NĐ-CP ngày 05/3/2020 của Chính phủ về công tác văn thư — hướng dẫn thể thức và kỹ thuật trình bày văn bản hành chính.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liệu của giảng viên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Slide, biểu mẫu văn bản, tình huống và bài tập do GV. Đỗ Thùy Hương biên soạn; cung cấp sau mỗi buổi học.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2026-09-26T22:42:44Z</dcterms:created>
  <dcterms:modified xsi:type="dcterms:W3CDTF">2026-09-26T22:42:44Z</dcterms:modified>
</cp:coreProperties>
</file>