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Size → A4 (210 × 297 mm). Không dùng Letter.</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Margins → Custom: Top 20–25 mm, Bottom 20–25 mm, Left 30–35 mm, Right 15–20 mm.</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cỡ 13 – 14, màu đen, bộ mã Unicode (kiểm tra gõ tiếng Việt có dấu).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Insert → Page Number → Top of Page → Center; bỏ số trang ở trang đầu (Different First Page).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2026-08-18T23:47:09Z</dcterms:created>
  <dcterms:modified xsi:type="dcterms:W3CDTF">2026-08-18T23:47:09Z</dcterms:modified>
</cp:coreProperties>
</file>