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pic>
        <p:nvPicPr>
          <p:cNvPr id="9" name="Picture 8" descr="th1-kho-giay-le-trang-nt.png"/>
          <p:cNvPicPr>
            <a:picLocks noChangeAspect="1"/>
          </p:cNvPicPr>
          <p:nvPr/>
        </p:nvPicPr>
        <p:blipFill>
          <a:blip r:embed="rId4"/>
          <a:stretch>
            <a:fillRect/>
          </a:stretch>
        </p:blipFill>
        <p:spPr>
          <a:xfrm>
            <a:off x="834921" y="1713396"/>
            <a:ext cx="10521852" cy="4245023"/>
          </a:xfrm>
          <a:prstGeom prst="rect">
            <a:avLst/>
          </a:prstGeom>
        </p:spPr>
      </p:pic>
      <p:sp>
        <p:nvSpPr>
          <p:cNvPr id="10" name="TextBox 9"/>
          <p:cNvSpPr txBox="1"/>
          <p:nvPr/>
        </p:nvSpPr>
        <p:spPr>
          <a:xfrm>
            <a:off x="548640" y="6031571"/>
            <a:ext cx="11109960" cy="310896"/>
          </a:xfrm>
          <a:prstGeom prst="rect">
            <a:avLst/>
          </a:prstGeom>
          <a:noFill/>
        </p:spPr>
        <p:txBody>
          <a:bodyPr wrap="square">
            <a:spAutoFit/>
          </a:bodyPr>
          <a:lstStyle/>
          <a:p>
            <a:pPr algn="ctr"/>
            <a:r>
              <a:rPr sz="1150" i="1">
                <a:solidFill>
                  <a:srgbClr val="8A7A76"/>
                </a:solidFill>
                <a:latin typeface="Calibri"/>
              </a:rPr>
              <a:t>Bốn con số lề phải đặt đúng bốn phía — lề trái rộng hơn vì còn phải đóng gáy.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2026-08-23T05:42:54Z</dcterms:created>
  <dcterms:modified xsi:type="dcterms:W3CDTF">2026-08-23T05:42:54Z</dcterms:modified>
</cp:coreProperties>
</file>