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3127248"/>
            <a:ext cx="384048" cy="384048"/>
          </a:xfrm>
          <a:prstGeom prst="ellipse">
            <a:avLst/>
          </a:prstGeom>
          <a:solidFill>
            <a:srgbClr val="DC756A"/>
          </a:solidFill>
          <a:ln/>
        </p:spPr>
        <p:txBody>
          <a:bodyPr/>
          <a:p/>
        </p:txBody>
      </p:sp>
      <p:sp>
        <p:nvSpPr>
          <p:cNvPr id="13" name="Text 10"/>
          <p:cNvSpPr/>
          <p:nvPr/>
        </p:nvSpPr>
        <p:spPr>
          <a:xfrm>
            <a:off x="502920" y="3127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305409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4636008"/>
            <a:ext cx="384048" cy="384048"/>
          </a:xfrm>
          <a:prstGeom prst="ellipse">
            <a:avLst/>
          </a:prstGeom>
          <a:solidFill>
            <a:srgbClr val="DC756A"/>
          </a:solidFill>
          <a:ln/>
        </p:spPr>
        <p:txBody>
          <a:bodyPr/>
          <a:p/>
        </p:txBody>
      </p:sp>
      <p:sp>
        <p:nvSpPr>
          <p:cNvPr id="16" name="Text 13"/>
          <p:cNvSpPr/>
          <p:nvPr/>
        </p:nvSpPr>
        <p:spPr>
          <a:xfrm>
            <a:off x="502920" y="4636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456285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226314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3881628"/>
            <a:ext cx="384048" cy="384048"/>
          </a:xfrm>
          <a:prstGeom prst="ellipse">
            <a:avLst/>
          </a:prstGeom>
          <a:solidFill>
            <a:srgbClr val="DC756A"/>
          </a:solidFill>
          <a:ln/>
        </p:spPr>
        <p:txBody>
          <a:bodyPr/>
          <a:p/>
        </p:txBody>
      </p:sp>
      <p:sp>
        <p:nvSpPr>
          <p:cNvPr id="13" name="Text 10"/>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3808476"/>
            <a:ext cx="10652760" cy="226314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2026-08-18T12:04:05Z</dcterms:created>
  <dcterms:modified xsi:type="dcterms:W3CDTF">2026-08-18T12:04:05Z</dcterms:modified>
</cp:coreProperties>
</file>