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MỞ ĐẦU (3 phút)</a:t>
            </a:r>
          </a:p>
          <a:p>
            <a:r>
              <a:t>• Trả bài số 1, nêu 3 lỗi phổ biến nhất của cả lớp (không nêu tên ai).</a:t>
            </a:r>
          </a:p>
          <a:p>
            <a:r>
              <a:t>• Nhấn: buổi này giữ nguyên yêu cầu thể thức của Bài 1, cộng thêm BỐ CỤC từng loại văn bản.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MỤC TIÊU (2 phút) — 4 mục tiêu; nhấn: mỗi bạn sẽ soạn 2 văn bản bốc thăm.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NỘI DUNG (1 phút) — 5 loại văn bản.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QUY TRÌNH (2 phút) — nhấn bước phân tích văn bản mẫu trước khi soạn.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QUYẾT ĐỊNH (10 phút)</a:t>
            </a:r>
          </a:p>
          <a:p>
            <a:r>
              <a:t>• Chiếu văn bản mẫu, cho lớp CHỈ RA phần căn cứ và phần các Điều.</a:t>
            </a:r>
          </a:p>
          <a:p>
            <a:r>
              <a:t>• Cô gõ mẫu phần căn cứ trên máy chiếu, nói to từng dòng.</a:t>
            </a:r>
          </a:p>
          <a:p>
            <a:r>
              <a:t>• Nhấn dấu câu: căn cứ kết thúc bằng DẤU CHẤM PHẨY, dòng cuối DẤU CHẤM.</a:t>
            </a:r>
          </a:p>
          <a:p>
            <a:r>
              <a:t>• Đọc to danh sách lỗi thường gặp cuối slide — bảo sinh viên đánh dấu vào vở.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TỜ TRÌNH (8 phút)</a:t>
            </a:r>
          </a:p>
          <a:p>
            <a:r>
              <a:t>• Phân tích mẫu theo 3 phần.</a:t>
            </a:r>
          </a:p>
          <a:p>
            <a:r>
              <a:t>• Cho lớp thử viết 2 câu mở đầu tờ trình cho tình huống mua máy tính, gọi 2 bạn đọc lên.</a:t>
            </a:r>
          </a:p>
          <a:p>
            <a:r>
              <a:t>• Nhấn: phải có số liệu và dự toán kèm theo.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CÔNG VĂN (10 phút)</a:t>
            </a:r>
          </a:p>
          <a:p>
            <a:r>
              <a:t>• Chiếu song song một công văn ĐÚNG và một công văn SAI (có ghi thêm chữ "CÔNG VĂN" ở giữa) — cho lớp tìm lỗi.</a:t>
            </a:r>
          </a:p>
          <a:p>
            <a:r>
              <a:t>• Làm mẫu câu mở đầu công văn phúc đáp.</a:t>
            </a:r>
          </a:p>
          <a:p>
            <a:r>
              <a:t>• Nhấn: mỗi công văn MỘT chủ đề; kết thúc "Trân trọng./."''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BIÊN BẢN – BÁO CÁO (10 phút)</a:t>
            </a:r>
          </a:p>
          <a:p>
            <a:r>
              <a:t>• Biên bản: nhấn LẬP TẠI CHỖ và CHỮ KÝ hai bên.</a:t>
            </a:r>
          </a:p>
          <a:p>
            <a:r>
              <a:t>• Cho lớp thử: cô đọc một đoạn hội thoại họp ngắn, sinh viên ghi biên bản trong 3 phút, rồi so sánh vài bài.</a:t>
            </a:r>
          </a:p>
          <a:p>
            <a:r>
              <a:t>• Báo cáo: nhấn phải nêu cả hạn chế; số liệu phải nhất quán giữa các phần.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TIÊU CHÍ CHẤM (2 phút) — nhắc lại 3 tiêu chí.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KẾT BUỔI (1 phút) — buổi sau làm theo cặp, nhắc sinh viên tự ghép cặp trước.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assets/logo_tron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assets/logo_nga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• BÀI 2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Soạn thảo văn bản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hành chính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Năm loại văn bản dùng hằng ngày trong mọi tổ chức — soạn đúng ngay từ lần đầu.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GV. Đỗ Thùy Hương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thực hành  •  Phòng A0105 – Mô phỏng Kinh tế  •  Lớp 261b, HK1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Đỗ Thùy Hương, 2026 — Bài giảng biên soạn cho lớp giảng dạy trực tiếp. Vui lòng ghi nguồn khi sử dụng.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 BUỔI THỰC HÀNH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2 — 0/15/30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quyết định và tờ trình đúng bố cục, đúng thẩm quyền ban hành.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75005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75005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676906"/>
            <a:ext cx="10652760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các loại công văn giao dịch phổ biến trong tổ chức.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8816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8816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808476"/>
            <a:ext cx="10652760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Lập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biên bản cuộc họp và báo cáo công việc theo đúng kết cấu.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01319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01319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940046"/>
            <a:ext cx="10652760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Tự kiểm tra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và chỉnh sửa văn bản của mình theo bảng kiểm thể thức đã học ở Bài 1.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Chúng ta sẽ thực hành</a:t>
            </a:r>
            <a:endParaRPr lang="en-US" sz="2700" dirty="0"/>
          </a:p>
        </p:txBody>
      </p:sp>
      <p:pic>
        <p:nvPicPr>
          <p:cNvPr id="9" name="Picture 8" descr="c5-chuoi-van-ban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1171" y="1481328"/>
            <a:ext cx="10229353" cy="29409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4495419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Bài nộp số 2 nằm ở các bước 1 – 3 của chuỗi; bước 4 – 7 là nội dung Bài thực hành số 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TRÌNH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Cách làm việc trong buổi thực hành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94360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MẪU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2765146" y="164592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2856586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 HƯỚNG DẪN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027371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5118811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 THỰC HÀNH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289597" y="164592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381037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CHẤM CHÉO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9551822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9643262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HOÀN THIỆN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02920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văn bản mẫu, chỉ ra bố cục đặc trưng của từng loại.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2765146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Giảng viên soạn mẫu một đoạn, lưu ý lỗi thường gặp.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027371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sinh viên soạn theo tình huống được giao.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7289597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Đổi bài theo nhóm, góp ý theo bảng kiểm.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9551822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Sửa theo góp ý và nộp bài cuối buổi.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Soạn thảo Quyết định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Khung câu chữ phần căn cứ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“Căn cứ [văn bản quy định chức năng, nhiệm vụ]; Căn cứ [văn bản chuyên ngành liên quan]; Xét đề nghị của [đơn vị/cá nhân đề xuất].” — mỗi dòng kết thúc bằng dấu chấm phẩy, dòng cuối dấu chấm.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nội dung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“QUYẾT ĐỊNH:” canh giữa, viết hoa, in đậm → Điều 1 (nội dung chính) → Điều 2 (trách nhiệm, kinh phí…) → Điều cuối: hiệu lực thi hành và đối tượng chịu trách nhiệm thi hành.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Lỗi thường gặp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Căn cứ không đúng thẩm quyền • thiếu điều khoản hiệu lực • dùng từ “yêu cầu”, “đề nghị” trong quyết định (phải dùng ngôn ngữ mệnh lệnh) • số ký hiệu sai (đúng: Số: …/QĐ-…).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Soạn thảo Tờ trình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đầu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Nêu căn cứ pháp lý và thực trạng dẫn đến đề xuất: “Căn cứ… Thực hiện… Hiện nay, [đơn vị] đang gặp…”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658618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2713482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Trình bày phương án cụ thể: nội dung đề xuất, số lượng, kinh phí dự kiến, thời gian thực hiện, phân tích lợi ích và tính khả thi.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899916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54780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thúc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“Kính trình [cấp có thẩm quyền] xem xét, phê duyệt.” Kèm danh mục hồ sơ, dự toán đính kèm.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02920" y="5141214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22376" y="5196078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Lỗi thường gặp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Đề xuất chung chung không có số liệu • thiếu phân tích lợi ích • trình sai cấp có thẩm quyền • quên đính kèm dự toán.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Soạn thảo Công văn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 văn đề nghị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Mở: nêu căn cứ, lý do → Thân: nội dung đề nghị cụ thể, thời hạn mong muốn → Kết: “Rất mong nhận được sự quan tâm, phối hợp của Quý cơ quan. Trân trọng./.”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658618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2713482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 văn phúc đáp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Mở: “Phúc đáp Công văn số… ngày… của… về việc…” → Thân: trả lời từng nội dung được hỏi → Kết: lịch sự, mở khả năng trao đổi thêm.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899916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54780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 văn đôn đốc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Nhắc lại yêu cầu đã ban hành, nêu tình hình thực hiện, ấn định thời hạn mới; giọng văn nghiêm túc nhưng không xúc phạm.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02920" y="5141214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22376" y="5196078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Lỗi thường gặp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Ghi thêm tên loại “CÔNG VĂN” ở giữa (sai) • trích yếu không bắt đầu bằng “V/v” • gộp nhiều chủ đề trong một công văn • thiếu dấu “./.” kết thúc.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 – 2.5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Biên bản và Báo cáo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Biên bản — mở đầu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 gian, địa điểm; thành phần tham dự (chủ trì, thư ký, đại biểu, số người có mặt/vắng); nội dung cuộc họp.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658618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2713482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Biên bản — diễn biến và kết thúc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Ghi tuần tự ý kiến từng người (ngắn gọn, trung thực) → kết luận của chủ trì → “Biên bản kết thúc lúc … giờ, đã đọc lại cho mọi người cùng nghe và thống nhất” → chữ ký thư ký và chủ trì.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899916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54780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Báo cáo — bố cục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Đặc điểm tình hình → II. Kết quả đạt được (có số liệu, so sánh chỉ tiêu) → III. Hạn chế và nguyên nhân → IV. Phương hướng và kiến nghị.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02920" y="5141214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22376" y="5196078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Lỗi thường gặp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Biên bản ghi thêm nhận xét chủ quan • thiếu chữ ký thư ký • báo cáo chỉ nêu thành tích, né hạn chế • số liệu không nhất quán giữa các phần.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TẬP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nộp của buổi thực hành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NỘP SỐ 2 (làm cá nhân, bốc thăm tình huống)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Phòng Kế toán Công ty TNHH An Phát cần trang bị thêm 10 máy tính. Từ tình huống này, mỗi sinh viên bốc thăm và soạn 2 trong 5 văn bản: Tờ trình đề xuất mua sắm • Quyết định phê duyệt mua sắm • Công văn gửi nhà cung cấp đề nghị báo giá • Biên bản họp xét chọn nhà cung cấp • Báo cáo kết quả trang bị thiết bị.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NHIỆM VỤ CỦA NHÓM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đủ 2 văn bản được bốc thăm, đúng thể thức NĐ 30/2020 và đúng bố cục đặc trưng của từng loại.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Tự soát theo bảng kiểm Bài 1 và bảng lỗi thường gặp của từng loại văn bản.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Nộp file Word cuối buổi; chỉnh sửa theo phản hồi của giảng viên và nộp lại bản hoàn thiện trong 1 tuần.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TIÊU CHÍ CHẤM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của các bạn được chấm thế nào?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thể thức (40%)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Đủ 9 thành phần theo NĐ 30/2020; khổ A4, lề đúng quy định, Times New Roman cỡ 13 – 14, số trang đúng vị trí.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102864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57728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nội dung và bố cục loại văn bản (40%)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 phù hợp tình huống được giao; bố cục đúng đặc trưng của loại văn bản; văn phong hành chính, không lỗi chính tả.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42688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97552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Nộp đúng hạn và chỉnh sửa theo phản hồi (20%)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Nộp đúng thời hạn quy định; tiếp thu góp ý của giảng viên và nộp lại bản hoàn thiện.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Tài liệu học tập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Giáo trình chính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 Nam Khánh Giao (2023), Giáo trình Giao tiếp kinh doanh, NXB Tài chính.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Văn bản pháp lý bắt buộc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Nghị định 30/2020/NĐ-CP ngày 05/3/2020 của Chính phủ về công tác văn thư — hướng dẫn thể thức và kỹ thuật trình bày văn bản hành chính.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liệu của giảng viên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Slide, biểu mẫu văn bản, tình huống và bài tập do GV. Đỗ Thùy Hương biên soạn; cung cấp sau mỗi buổi học.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2026-08-18T12:04:05Z</dcterms:created>
  <dcterms:modified xsi:type="dcterms:W3CDTF">2026-08-18T12:04:05Z</dcterms:modified>
</cp:coreProperties>
</file>