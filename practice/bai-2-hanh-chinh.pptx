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1, nêu 3 lỗi phổ biến nhất của cả lớp (không nêu tên ai).</a:t>
            </a:r>
          </a:p>
          <a:p>
            <a:r>
              <a:t>• Nhấn: buổi này giữ nguyên yêu cầu thể thức của Bài 1, cộng thêm BỐ CỤC từng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4 mục tiêu; nhấn: mỗi bạn sẽ soạn 2 văn bản bốc thăm.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5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phân tích văn bản mẫu trước khi soạn.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QUYẾT ĐỊNH (10 phút)</a:t>
            </a:r>
          </a:p>
          <a:p>
            <a:r>
              <a:t>• Chiếu văn bản mẫu, cho lớp CHỈ RA phần căn cứ và phần các Điều.</a:t>
            </a:r>
          </a:p>
          <a:p>
            <a:r>
              <a:t>• Cô gõ mẫu phần căn cứ trên máy chiếu, nói to từng dòng.</a:t>
            </a:r>
          </a:p>
          <a:p>
            <a:r>
              <a:t>• Nhấn dấu câu: căn cứ kết thúc bằng DẤU CHẤM PHẨY, dòng cuối DẤU CHẤM.</a:t>
            </a:r>
          </a:p>
          <a:p>
            <a:r>
              <a:t>• Đọc to danh sách lỗi thường gặp cuối slide — bảo sinh viên đánh dấu vào vở.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TỜ TRÌNH (8 phút)</a:t>
            </a:r>
          </a:p>
          <a:p>
            <a:r>
              <a:t>• Phân tích mẫu theo 3 phần.</a:t>
            </a:r>
          </a:p>
          <a:p>
            <a:r>
              <a:t>• Cho lớp thử viết 2 câu mở đầu tờ trình cho tình huống mua máy tính, gọi 2 bạn đọc lên.</a:t>
            </a:r>
          </a:p>
          <a:p>
            <a:r>
              <a:t>• Nhấn: phải có số liệu và dự toán kèm theo.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CÔNG VĂN (10 phút)</a:t>
            </a:r>
          </a:p>
          <a:p>
            <a:r>
              <a:t>• Chiếu song song một công văn ĐÚNG và một công văn SAI (có ghi thêm chữ "CÔNG VĂN" ở giữa) — cho lớp tìm lỗi.</a:t>
            </a:r>
          </a:p>
          <a:p>
            <a:r>
              <a:t>• Làm mẫu câu mở đầu công văn phúc đáp.</a:t>
            </a:r>
          </a:p>
          <a:p>
            <a:r>
              <a:t>• Nhấn: mỗi công văn MỘT chủ đề; kết thúc "Trân trọng./."''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BIÊN BẢN – BÁO CÁO (10 phút)</a:t>
            </a:r>
          </a:p>
          <a:p>
            <a:r>
              <a:t>• Biên bản: nhấn LẬP TẠI CHỖ và CHỮ KÝ hai bên.</a:t>
            </a:r>
          </a:p>
          <a:p>
            <a:r>
              <a:t>• Cho lớp thử: cô đọc một đoạn hội thoại họp ngắn, sinh viên ghi biên bản trong 3 phút, rồi so sánh vài bài.</a:t>
            </a:r>
          </a:p>
          <a:p>
            <a:r>
              <a:t>• Báo cáo: nhấn phải nêu cả hạn chế; số liệu phải nhất quán giữa các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 3 tiêu chí.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BUỔI (1 phút) — buổi sau làm theo cặp, nhắc sinh viên tự ghép cặp trước.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2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hành chính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loại văn bản dùng hằng ngày trong mọi tổ chức — soạn đúng ngay từ lần đầu.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2 — 0/15/30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quyết định và tờ trình đúng bố cục, đúng thẩm quyền ban hành.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các loại công văn giao dịch phổ biến trong tổ chức.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biên bản cuộc họp và báo cáo công việc theo đúng kết cấu.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kiểm tra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chỉnh sửa văn bản của mình theo bảng kiểm thể thức đã học ở Bài 1.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Quyết định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Tờ trình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các loại công văn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Biên bản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cáo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 THỰC HÀNH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văn bản mẫu, chỉ ra bố cục đặc trưng của từng loại.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soạn mẫu một đoạn, lưu ý lỗi thường gặp.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sinh viên soạn theo tình huống được giao.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bài theo nhóm, góp ý theo bảng kiểm.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Sửa theo góp ý và nộp bài cuối buổi.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Quyết định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71" y="1481328"/>
            <a:ext cx="10229353" cy="2940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49541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Bài nộp số 2 nằm ở các bước 1 – 3 của chuỗi; bước 4 – 7 là nội dung Bài thực hành số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Tờ trình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căn cứ pháp lý và thực trạng dẫn đến đề xuất: “Căn cứ… Thực hiện… Hiện nay, [đơn vị] đang gặp…”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phương án cụ thể: nội dung đề xuất, số lượng, kinh phí dự kiến, thời gian thực hiện, phân tích lợi ích và tính khả thi.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“Kính trình [cấp có thẩm quyền] xem xét, phê duyệt.” Kèm danh mục hồ sơ, dự toán đính kèm.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xuất chung chung không có số liệu • thiếu phân tích lợi ích • trình sai cấp có thẩm quyền • quên đính kèm dự toán.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Công văn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đề nghị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nêu căn cứ, lý do → Thân: nội dung đề nghị cụ thể, thời hạn mong muốn → Kết: “Rất mong nhận được sự quan tâm, phối hợp của Quý cơ quan. Trân trọng./.”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phúc đáp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“Phúc đáp Công văn số… ngày… của… về việc…” → Thân: trả lời từng nội dung được hỏi → Kết: lịch sự, mở khả năng trao đổi thêm.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đôn đốc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Nhắc lại yêu cầu đã ban hành, nêu tình hình thực hiện, ấn định thời hạn mới; giọng văn nghiêm túc nhưng không xúc phạm.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thêm tên loại “CÔNG VĂN” ở giữa (sai) • trích yếu không bắt đầu bằng “V/v” • gộp nhiều chủ đề trong một công văn • thiếu dấu “./.” kết thúc.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– 2.5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Biên bản và Báo cáo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— 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gian, địa điểm; thành phần tham dự (chủ trì, thư ký, đại biểu, số người có mặt/vắng); nội dung cuộc họp.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— diễn biến và 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tuần tự ý kiến từng người (ngắn gọn, trung thực) → kết luận của chủ trì → “Biên bản kết thúc lúc … giờ, đã đọc lại cho mọi người cùng nghe và thống nhất” → chữ ký thư ký và chủ trì.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— bố cục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Đặc điểm tình hình → II. Kết quả đạt được (có số liệu, so sánh chỉ tiêu) → III. Hạn chế và nguyên nhân → IV. Phương hướng và kiến nghị.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ghi thêm nhận xét chủ quan • thiếu chữ ký thư ký • báo cáo chỉ nêu thành tích, né hạn chế • số liệu không nhất quán giữa các phần.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2 (làm cá nhân, bốc thăm tình huống)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Phòng Kế toán Công ty TNHH An Phát cần trang bị thêm 10 máy tính. Từ tình huống này, mỗi sinh viên bốc thăm và soạn 2 trong 5 văn bản: Tờ trình đề xuất mua sắm • Quyết định phê duyệt mua sắm • Công văn gửi nhà cung cấp đề nghị báo giá • Biên bản họp xét chọn nhà cung cấp • Báo cáo kết quả trang bị thiết bị.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đủ 2 văn bản được bốc thăm, đúng thể thức NĐ 30/2020 và đúng bố cục đặc trưng của từng loại.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soát theo bảng kiểm Bài 1 và bảng lỗi thường gặp của từng loại văn bản.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file Word cuối buổi; chỉnh sửa theo phản hồi của giảng viên và nộp lại bản hoàn thiện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2026-08-18T23:47:09Z</dcterms:created>
  <dcterms:modified xsi:type="dcterms:W3CDTF">2026-08-18T23:47:09Z</dcterms:modified>
</cp:coreProperties>
</file>