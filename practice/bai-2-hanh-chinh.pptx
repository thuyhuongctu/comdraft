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148132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9541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Khung câu chữ phần căn cứ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“Căn cứ [văn bản quy định chức năng, nhiệm vụ]; Căn cứ [văn bản chuyên ngành liên quan]; Xét đề nghị của [đơn vị/cá nhân đề xuất].” — mỗi dòng kết thúc bằng dấu chấm phẩy, dòng cuối dấu chấm.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“QUYẾT ĐỊNH:” canh giữa, viết hoa, in đậm → Điều 1 (nội dung chính) → Điều 2 (trách nhiệm, kinh phí…) → Điều cuối: hiệu lực thi hành và đối tượng chịu trách nhiệm thi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không đúng thẩm quyền • thiếu điều khoản hiệu lực • dùng từ “yêu cầu”, “đề nghị” trong quyết định (phải dùng ngôn ngữ mệnh lệnh) • số ký hiệu sai (đúng: Số: …/QĐ-…).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2026-08-18T12:04:05Z</dcterms:created>
  <dcterms:modified xsi:type="dcterms:W3CDTF">2026-08-18T12:04:05Z</dcterms:modified>
</cp:coreProperties>
</file>