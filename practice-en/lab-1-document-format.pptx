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THE LAB (3 minutes)</a:t>
            </a:r>
          </a:p>
          <a:p>
            <a:r>
              <a:t>• Check: how many brought a laptop, how many have Word installed.</a:t>
            </a:r>
          </a:p>
          <a:p>
            <a:r>
              <a:t>• Pair anyone without a machine with someone who has one.</a:t>
            </a:r>
          </a:p>
          <a:p>
            <a:r>
              <a:t>• Say what they leave with: one Word file, submitted before they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(2 minutes) — read the three; press it: today the FORMAT is marked closely, the content only needs a few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CONTENTS (1 minute) — two parts: identifying the components, then setting one out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FIVE STEPS (2 minutes)</a:t>
            </a:r>
          </a:p>
          <a:p>
            <a:r>
              <a:t>• Explain how the session runs; press the PEER-MARKING step — the person next to you checks your work.</a:t>
            </a:r>
          </a:p>
          <a:p>
            <a:r>
              <a:t>• Say it up front: you will walk the room, hands up if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 1 — DEMONSTRATION ON THE PROJECTOR (8 minutes)</a:t>
            </a:r>
          </a:p>
          <a:p>
            <a:r>
              <a:t>• Open Word and do it FOR REAL, slowly, with students following on their own machines.</a:t>
            </a:r>
          </a:p>
          <a:p>
            <a:r>
              <a:t>• Layout → Size → A4. Press: NOT Letter (the default on many machines).</a:t>
            </a:r>
          </a:p>
          <a:p>
            <a:r>
              <a:t>• Layout → Margins → Custom. Type each figure, saying it aloud as you type.</a:t>
            </a:r>
          </a:p>
          <a:p>
            <a:r>
              <a:t>• Set Times New Roman 13 pt, and check that Vietnamese diacritics type correctly.</a:t>
            </a:r>
          </a:p>
          <a:p>
            <a:r>
              <a:t>• Insert → Page Number → Top of Page → Center, then tick Different First Page.</a:t>
            </a:r>
          </a:p>
          <a:p>
            <a:r>
              <a:t>• Stop and ask: "Hands up anyone who hasn't got there."''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 2 — THE HEAD OF THE DOCUMENT (10 minutes)</a:t>
            </a:r>
          </a:p>
          <a:p>
            <a:r>
              <a:t>• Demonstrate the national heading and motto, showing the right alignment and the rule beneath them.</a:t>
            </a:r>
          </a:p>
          <a:p>
            <a:r>
              <a:t>• Common mistakes: typing the motto without hyphens, or using the wrong dash.</a:t>
            </a:r>
          </a:p>
          <a:p>
            <a:r>
              <a:t>• Reference numbers: write examples of three types on the board — QĐ (decision), TTr (submission), and an official letter (no type name).</a:t>
            </a:r>
          </a:p>
          <a:p>
            <a:r>
              <a:t>• The date: press the rule of ADDING A LEADING ZERO for days and months below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 3 — THE BODY AND THE FOOT (8 minutes)</a:t>
            </a:r>
          </a:p>
          <a:p>
            <a:r>
              <a:t>• The subject line: short, and true to the content. Have the class try one for a given situation.</a:t>
            </a:r>
          </a:p>
          <a:p>
            <a:r>
              <a:t>• The signature block: press LEAVE 3–4 BLANK LINES for the signature — students forget, and then the signature lands on the text.</a:t>
            </a:r>
          </a:p>
          <a:p>
            <a:r>
              <a:t>• The distribution list: the last line is ALWAYS "- Filed: Registry, …".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CHECKLIST (5 minutes)</a:t>
            </a:r>
          </a:p>
          <a:p>
            <a:r>
              <a:t>• Have students check their own work against the eight points and tick them off in their notebooks.</a:t>
            </a:r>
          </a:p>
          <a:p>
            <a:r>
              <a:t>• Then SWAP with the person beside them, check each other's, and write down two faults found.</a:t>
            </a:r>
          </a:p>
          <a:p>
            <a:r>
              <a:t>• Say it plainly: you mark against exactly these eight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MARKING CRITERIA (2 minutes) — read the three criteria and their weights so students know where to put the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(1 minute) — next time: Lab 2, drafting five administrative documents; watch the guide video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• SESSION 1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format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and lay out each formal component correctly on an A4 page.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Thuy Huong, Lecturer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•  Room A0105 – Economics Simulation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 Thuy Huong, 2026 — Prepared for in-person teaching. Please credit the source.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THIS LAB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 — 0/6/12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required formal components, and the optional ones, on a specimen document.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size, margins, typeface and point size correctly in Microsoft Word.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formal part of an administrative document for the case you are given.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practise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elements a document must carry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 those elements out on the computer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LAB RUNS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work this session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DEMONSTRATES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5146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856586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FOLLOW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7371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18811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YOUR OWN CASE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89597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1037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MARKING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551822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43262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REVISE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lecturer works through a specimen on the projector, component by component.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765146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work at their machines; the lecturer goes desk to desk.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7371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lays out a document for their own case.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89597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pairs and check each other against the checklist.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551822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take the feedback, revise.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the page in Word</a:t>
            </a:r>
            <a:endParaRPr lang="en-US" sz="2700" dirty="0"/>
          </a:p>
        </p:txBody>
      </p:sp>
      <p:pic>
        <p:nvPicPr>
          <p:cNvPr id="9" name="Picture 8" descr="th1-kho-giay-le-trang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21" y="1713396"/>
            <a:ext cx="10521852" cy="42450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31571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Four margin figures, one for each side — the left is wider because the file is bound there.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Laying out the head of the document</a:t>
            </a:r>
            <a:endParaRPr lang="en-US" sz="2700" dirty="0"/>
          </a:p>
        </p:txBody>
      </p:sp>
      <p:pic>
        <p:nvPicPr>
          <p:cNvPr id="9" name="Picture 8" descr="c5-the-thuc-a4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1595135"/>
            <a:ext cx="11247120" cy="4481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Laying out the middle and the foot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heading and subject line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Centred, capitals, bold. An official letter is the exception: no type heading; the subject line sits under the reference and begins “V/v…”.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658618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2713482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Justified, line spacing 1.0 – 1.5; first-line indent 1 – 1.27 cm.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899916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54780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name, signature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right; the authority prefix (TM., KT., TL.) in capitals; leave 3 – 4 blank lines for the signature; full name in bold.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5141214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22376" y="5196078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list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left; the line “Nơi nhận:” in bold italic; list each recipient, the last line being “- Lưu: VT, …”.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own work before submitting — eight points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paper, left margin wide enough for binding (30 – 35 mm)?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15569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1556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082546"/>
            <a:ext cx="106527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New Roman, 13 – 14 pt, consistent throughout?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27386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2738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2665476"/>
            <a:ext cx="106527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heading and motto in the right place, correctly capitalised and hyphenated?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332155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3321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248406"/>
            <a:ext cx="106527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and reference in the right structure for this document type?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3904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3831336"/>
            <a:ext cx="106527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zero on the date where needed; the place matching where it was issued?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" y="448741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02920" y="44874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51560" y="4414266"/>
            <a:ext cx="106527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 short, and true to the main content?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02920" y="50703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02920" y="50703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51560" y="4997196"/>
            <a:ext cx="106527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space to sign; the signer's authority and position correct?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02920" y="565327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02920" y="56532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51560" y="5580126"/>
            <a:ext cx="106527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list complete, and always carrying the “Lưu: VT” line?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submit from this lab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1 (individual, in class)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the complete formal part of a Notice issued by An Phat Co., Ltd announcing the Lunar New Year holiday schedule to all staff (the body needs only 3 – 5 lines; the marking is on the format).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TASK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all nine formal components, correctly placed and capitalised per Decree 30/2020/ND-CP.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paper size, margins, typeface, point size and page numbers correctly.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against the eight-point list, swap with your neighbour for peer marking, then submit the Word file at the end of the session.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CRITERIA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work is marked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format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components per Decree 30/2020; A4, correct margins, Times New Roman 13 – 14 pt, page numbers in the right place.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02864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57728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content and layout for the type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fits the case; layout matches the type; administrative register, no spelling errors.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42688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97552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and revised on feedback (20%)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the deadline; the lecturer's comments taken up and a final version resubmitted.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Nam Khanh Giao (2023), Business Communication,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legal text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 30/2020/ND-CP of 5 March 2020 on records management — the rules on format and layout of administrative documents.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document templates, cases and exercises written by Do Thuy Huong; provided after each session.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2026-08-23T05:42:54Z</dcterms:created>
  <dcterms:modified xsi:type="dcterms:W3CDTF">2026-08-23T05:42:54Z</dcterms:modified>
</cp:coreProperties>
</file>