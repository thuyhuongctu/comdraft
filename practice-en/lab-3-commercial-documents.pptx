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2, nêu lỗi phổ biến.</a:t>
            </a:r>
          </a:p>
          <a:p>
            <a:r>
              <a:t>• Chia cặp mua – bán ngay đầu buổi để cả buổi làm việc theo cặp.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3 mục tiêu; nhấn sản phẩm cuối là BỘ HỒ SƠ hoàn chỉnh.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thư tín, báo giá, hợp đồng và hai biên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ĐỔI HỒ SƠ giữa các cặp để tìm điểm bất lợi.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 TÍN (10 phút)</a:t>
            </a:r>
          </a:p>
          <a:p>
            <a:r>
              <a:t>• Chiếu 1 thư viết kém và 1 thư viết tốt, cho lớp so sánh theo 5C.</a:t>
            </a:r>
          </a:p>
          <a:p>
            <a:r>
              <a:t>• Nhấn lỗi email của sinh viên: tiêu đề "Thư ngỏ", viết hoa cả câu, dùng emoji, quên đính kèm.</a:t>
            </a:r>
          </a:p>
          <a:p>
            <a:r>
              <a:t>• Cho mỗi cặp viết TIÊU ĐỀ và 2 câu mở đầu thư chào hàng, đọc vài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BÁO GIÁ (10 phút)</a:t>
            </a:r>
          </a:p>
          <a:p>
            <a:r>
              <a:t>• Mở file Excel/Word mẫu, chỉ từng cột của bảng hàng hóa.</a:t>
            </a:r>
          </a:p>
          <a:p>
            <a:r>
              <a:t>• Nhấn: tổng tiền ghi CẢ BẰNG SỐ VÀ BẰNG CHỮ, hai giá trị phải khớp.</a:t>
            </a:r>
          </a:p>
          <a:p>
            <a:r>
              <a:t>• Nhấn mạnh THỜI HẠN HIỆU LỰC — hỏi lớp hậu quả nếu quên.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HỢP ĐỒNG (12 phút)</a:t>
            </a:r>
          </a:p>
          <a:p>
            <a:r>
              <a:t>• Đi 7 điều khoản, mỗi điều một lưu ý rủi ro.</a:t>
            </a:r>
          </a:p>
          <a:p>
            <a:r>
              <a:t>• Điều phạt vi phạm: nói mức phạt theo Luật Thương mại và vì sao cần ghi rõ.</a:t>
            </a:r>
          </a:p>
          <a:p>
            <a:r>
              <a:t>• Cho lớp thảo luận nhanh: điều khoản nào có lợi cho bên mua, điều nào có lợi cho bên bán.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NGHIỆM THU – THANH LÝ (8 phút)</a:t>
            </a:r>
          </a:p>
          <a:p>
            <a:r>
              <a:t>• Nhấn: biên bản nghiệm thu phải GHI RÕ SỐ HỢP ĐỒNG.</a:t>
            </a:r>
          </a:p>
          <a:p>
            <a:r>
              <a:t>• Thanh lý chỉ ký sau khi ĐỐI CHIẾU CÔNG NỢ xong.</a:t>
            </a:r>
          </a:p>
          <a:p>
            <a:r>
              <a:t>• Hỏi lớp: nếu hàng thiếu 2 chiếc thì ghi gì vào biên bản nghiệm thu?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lại; nói rõ bài này tính vào điểm quá trình.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HỌC PHẦN (2 phút)</a:t>
            </a:r>
          </a:p>
          <a:p>
            <a:r>
              <a:t>• Cảm ơn lớp, nhắc lịch thi và cấu trúc đề.</a:t>
            </a:r>
          </a:p>
          <a:p>
            <a:r>
              <a:t>• Nhắc: 200 câu trắc nghiệm và 8 video ôn tập đã có trên nhóm lớp.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• SESSION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Drafting administrative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documents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Letters, quotations and contracts — the file that carries a deal from offer to closure.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 •  Room A0105 – Economics Simulation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OF THIS LAB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3 — 0/9/18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letters meeting the 5C rule for the common trading situations.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quotation carrying full trading terms and a validity period.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sales contract with its acceptance record and closure record.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practise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commercial letters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 quotation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the contract, the acceptance record and the closure record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LAB RUNS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will work this session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 SPECIMEN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 GUIDES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PAIRS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AND REVIEW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comment on specimen letters, quotations and contracts.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the risky clauses and how they are worded.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you play buyer and seller and draft matching documents.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files and find what works against your own side.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and submit the complete file.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letters — correct, and well judged</a:t>
            </a:r>
            <a:endParaRPr lang="en-US" sz="2700" dirty="0"/>
          </a:p>
        </p:txBody>
      </p:sp>
      <p:pic>
        <p:nvPicPr>
          <p:cNvPr id="9" name="Picture 8" descr="th3-thu-tin-thuong-mai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921" y="1713396"/>
            <a:ext cx="10521852" cy="42450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03157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This is exactly the layout students must type into Word for Submission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Quotation — what it must contain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details (name, address, tax code, contact); addressed to the customer; quotation number and date.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goods table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• item and model • unit • quantity • unit price • amount • VAT • total (in figures and in words).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terms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time • place of delivery • method and schedule of payment • warranty • discount if any.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and signature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quotation stands (say 15 days from issue); the preparer and the authorised signatory, with the seal.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— the clauses it must have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2219134"/>
            <a:ext cx="11247120" cy="32335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Acceptance and closure of the contract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record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Pursuant to contract No.…; who attends from each side; what is being accepted (type, quantity, quality actually received against the contract); the pass/fail conclusion; both signatures.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record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both sides have discharged their obligations; reconciles what has been paid and what remains; confirms the contract has ended; both undertake to raise no later claim.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acceptance record without the contract number • no penalty clause • figures and words not matching • closing before the accounts are reconciled.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submit from this lab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3 (in pairs — buyer and seller)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very purchase of 20 computers negotiated in Chapter 4, each pair completes the full commercial file for their own deal.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seller drafts: an offer letter and a quotation with full trading terms and a validity period.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draft the sales contract with all its basic clauses, plus the acceptance record and the closure record.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files with another pair and name at least three disadvantages or gaps; revise and submit the complete file within a week.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MARKING CRITERIA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your work is marked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format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components per Decree 30/2020; A4, correct margins, Times New Roman 13 – 14 pt, page numbers in the right place.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content and layout for the type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fits the case; layout matches the type; administrative register, no spelling errors.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time, and revised on feedback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 the deadline; the lecturer's comments taken up and a final version resubmitted.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legal text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Decree 30/2020/ND-CP of 5 March 2020 on records management — the rules on format and layout of administrative documents.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document templates, cases and exercises written by Do Thuy Huong; provided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2026-08-23T05:42:55Z</dcterms:created>
  <dcterms:modified xsi:type="dcterms:W3CDTF">2026-08-23T05:42:55Z</dcterms:modified>
</cp:coreProperties>
</file>