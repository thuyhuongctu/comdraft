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(3 minutes)</a:t>
            </a:r>
          </a:p>
          <a:p>
            <a:r>
              <a:t>• Hand back Lab 2 and name the common faults.</a:t>
            </a:r>
          </a:p>
          <a:p>
            <a:r>
              <a:t>• Split into buyer–seller pairs at the start so the whole session runs in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(2 minutes) — three of them; press it: what they leave with is a COMPLETE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CONTENTS (1 minute) — the letter, the quotation, the contract and the two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PROCEDURE (2 minutes) — press the step where pairs SWAP FILES to hunt for terms that disadvantage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 LETTERS (10 minutes)</a:t>
            </a:r>
          </a:p>
          <a:p>
            <a:r>
              <a:t>• Put a badly written and a well written letter up, and have the class compare them against the 5Cs.</a:t>
            </a:r>
          </a:p>
          <a:p>
            <a:r>
              <a:t>• Press the mistakes students make in email: a subject line reading "A letter", SHOUTING IN CAPITALS, emoji, forgetting the attachment.</a:t>
            </a:r>
          </a:p>
          <a:p>
            <a:r>
              <a:t>• Have each pair write the SUBJECT LINE and two opening sentences of a sales letter; read a few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QUOTATION (10 minutes)</a:t>
            </a:r>
          </a:p>
          <a:p>
            <a:r>
              <a:t>• Open the specimen Excel/Word file and point at each column of the goods table.</a:t>
            </a:r>
          </a:p>
          <a:p>
            <a:r>
              <a:t>• Press: the total goes in BOTH FIGURES AND WORDS, and the two must agree.</a:t>
            </a:r>
          </a:p>
          <a:p>
            <a:r>
              <a:t>• Press the VALIDITY PERIOD — ask the class what happens if it is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CONTRACT (12 minutes)</a:t>
            </a:r>
          </a:p>
          <a:p>
            <a:r>
              <a:t>• Walk the seven clauses, one risk to watch for each.</a:t>
            </a:r>
          </a:p>
          <a:p>
            <a:r>
              <a:t>• The penalty clause: give the rate under the Commercial Law and why it has to be stated.</a:t>
            </a:r>
          </a:p>
          <a:p>
            <a:r>
              <a:t>• A quick discussion: which clauses favour the buyer, which favour the seller.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ACCEPTANCE AND LIQUIDATION (8 minutes)</a:t>
            </a:r>
          </a:p>
          <a:p>
            <a:r>
              <a:t>• Press: the acceptance record must STATE THE CONTRACT NUMBER.</a:t>
            </a:r>
          </a:p>
          <a:p>
            <a:r>
              <a:t>• Liquidation is signed only after the ACCOUNTS HAVE BEEN RECONCILED.</a:t>
            </a:r>
          </a:p>
          <a:p>
            <a:r>
              <a:t>• Ask the class: if two items are missing from the delivery, what goes in the acceptance record?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MARKING CRITERIA (2 minutes) — restate them; say plainly that this piece counts towards the coursework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OF THE COURSE (2 minutes)</a:t>
            </a:r>
          </a:p>
          <a:p>
            <a:r>
              <a:t>• Thank the class; remind them of the examination date and the structure of the paper.</a:t>
            </a:r>
          </a:p>
          <a:p>
            <a:r>
              <a:t>• Remind them: the 200 multiple-choice questions and the 8 revision videos are already on the class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• SESSION 3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 administrative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documents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quotations and contracts — the file that carries a deal from offer to closure.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Thuy Huong, Lecturer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 •  Room A0105 – Economics Simulation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 Thuy Huong, 2026 — Prepared for in-person teaching. Please credit the source.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THIS LAB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 — 0/9/18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letters meeting the 5C rule for the common trading situations.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quotation carrying full trading terms and a validity period.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contract with its acceptance record and closure record.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practise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commercial letters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quotation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contract, the acceptance record and the closure record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LAB RUNS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work this session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SPECIMEN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5146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856586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GUIDES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7371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18811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89597" y="164592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1037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AND REVIEW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1822" y="164592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43262" y="164592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comment on specimen letters, quotations and contracts.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65146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risky clauses and how they are worded.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7371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of you play buyer and seller and draft matching documents.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89597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files and find what works against your own side.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551822" y="2651760"/>
            <a:ext cx="215249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and submit the complete file.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letters — correct, and well judged</a:t>
            </a:r>
            <a:endParaRPr lang="en-US" sz="2700" dirty="0"/>
          </a:p>
        </p:txBody>
      </p:sp>
      <p:pic>
        <p:nvPicPr>
          <p:cNvPr id="9" name="Picture 8" descr="th3-thu-tin-thuong-mai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21" y="1713396"/>
            <a:ext cx="10521852" cy="42450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31571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This is exactly the layout students must type into Word for Submission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Quotation — what it must contain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 (name, address, tax code, contact); addressed to the customer; quotation number and date.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goods table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• item and model • unit • quantity • unit price • amount • VAT • total (in figures and in words).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terms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• place of delivery • method and schedule of payment • warranty • discount if any.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and signature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quotation stands (say 15 days from issue); the preparer and the authorised signatory, with the seal.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— the clauses it must have</a:t>
            </a:r>
            <a:endParaRPr lang="en-US" sz="2700" dirty="0"/>
          </a:p>
        </p:txBody>
      </p:sp>
      <p:pic>
        <p:nvPicPr>
          <p:cNvPr id="9" name="Picture 8" descr="c5-chuoi-van-ban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2219134"/>
            <a:ext cx="11247120" cy="32335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and closure of the contract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record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Pursuant to contract No.…; who attends from each side; what is being accepted (type, quantity, quality actually received against the contract); the pass/fail conclusion; both signatures.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record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both sides have discharged their obligations; reconciles what has been paid and what remains; confirms the contract has ended; both undertake to raise no later claim.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acceptance record without the contract number • no penalty clause • figures and words not matching • closing before the accounts are reconciled.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submit from this lab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3 (in pairs — buyer and seller)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very purchase of 20 computers negotiated in Chapter 4, each pair completes the full commercial file for their own deal.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TASK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drafts: an offer letter and a quotation with full trading terms and a validity period.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draft the sales contract with all its basic clauses, plus the acceptance record and the closure record.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files with another pair and name at least three disadvantages or gaps; revise and submit the complete file within a week.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CRITERIA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work is marked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format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components per Decree 30/2020; A4, correct margins, Times New Roman 13 – 14 pt, page numbers in the right place.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02864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57728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content and layout for the type (40%)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fits the case; layout matches the type; administrative register, no spelling errors.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42688"/>
            <a:ext cx="11201400" cy="1475232"/>
          </a:xfrm>
          <a:prstGeom prst="roundRect">
            <a:avLst>
              <a:gd name="adj" fmla="val 5579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97552"/>
            <a:ext cx="1076248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and revised on feedback (20%)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the deadline; the lecturer's comments taken up and a final version resubmitted.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– Session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Nam Khanh Giao (2023), Business Communication,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legal text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 30/2020/ND-CP of 5 March 2020 on records management — the rules on format and layout of administrative documents.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document templates, cases and exercises written by Do Thuy Huong; provided after each session.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2026-08-23T05:42:55Z</dcterms:created>
  <dcterms:modified xsi:type="dcterms:W3CDTF">2026-08-23T05:42:55Z</dcterms:modified>
</cp:coreProperties>
</file>